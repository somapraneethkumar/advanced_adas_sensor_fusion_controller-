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Lst>
  <p:notesMasterIdLst>
    <p:notesMasterId r:id="rId13"/>
  </p:notesMasterIdLst>
  <p:handoutMasterIdLst>
    <p:handoutMasterId r:id="rId14"/>
  </p:handoutMasterIdLst>
  <p:sldIdLst>
    <p:sldId id="2147482664" r:id="rId6"/>
    <p:sldId id="2147482657" r:id="rId7"/>
    <p:sldId id="2147482658" r:id="rId8"/>
    <p:sldId id="2147482659" r:id="rId9"/>
    <p:sldId id="2147482660" r:id="rId10"/>
    <p:sldId id="2147482662" r:id="rId11"/>
    <p:sldId id="2147482663" r:id="rId12"/>
  </p:sldIdLst>
  <p:sldSz cx="12192000" cy="6858000"/>
  <p:notesSz cx="6858000" cy="9144000"/>
  <p:defaultTextStyle>
    <a:defPPr>
      <a:defRPr lang="de-DE"/>
    </a:defPPr>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defaultTextStyle>
  <p:extLst>
    <p:ext uri="{521415D9-36F7-43E2-AB2F-B90AF26B5E84}">
      <p14:sectionLst xmlns:p14="http://schemas.microsoft.com/office/powerpoint/2010/main">
        <p14:section name="Hackathon Presentation" id="{E45C5319-8C0D-42C0-AD16-035793377066}">
          <p14:sldIdLst>
            <p14:sldId id="2147482664"/>
            <p14:sldId id="2147482657"/>
            <p14:sldId id="2147482658"/>
            <p14:sldId id="2147482659"/>
            <p14:sldId id="2147482660"/>
            <p14:sldId id="2147482662"/>
            <p14:sldId id="21474826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6DC3F1-841A-020E-DAAE-AEDEFD912BDB}" v="72" dt="2026-09-16T10:12:44.219"/>
    <p1510:client id="{53600E52-C215-DCFD-8A1C-3DB5967F90BB}" v="12" dt="2026-09-17T11:22:02.222"/>
  </p1510:revLst>
</p1510:revInfo>
</file>

<file path=ppt/tableStyles.xml><?xml version="1.0" encoding="utf-8"?>
<a:tblStyleLst xmlns:a="http://schemas.openxmlformats.org/drawingml/2006/main" def="{C6334807-E537-4099-9411-48B81318F7D4}">
  <a:tblStyle styleId="{C6334807-E537-4099-9411-48B81318F7D4}" styleName="QNX Table - Light">
    <a:wholeTbl>
      <a:tcTxStyle>
        <a:fontRef idx="minor">
          <a:prstClr val="black"/>
        </a:fontRef>
        <a:schemeClr val="dk1"/>
      </a:tcTxStyle>
      <a:tcStyle>
        <a:tcBdr>
          <a:left>
            <a:ln>
              <a:noFill/>
            </a:ln>
          </a:left>
          <a:right>
            <a:ln>
              <a:noFill/>
            </a:ln>
          </a:right>
          <a:top>
            <a:ln>
              <a:noFill/>
            </a:ln>
          </a:top>
          <a:bottom>
            <a:ln>
              <a:noFill/>
            </a:ln>
          </a:bottom>
          <a:insideH>
            <a:ln w="6350" cmpd="sng">
              <a:solidFill>
                <a:srgbClr val="C0C0BB"/>
              </a:solidFill>
            </a:ln>
          </a:insideH>
          <a:insideV>
            <a:ln>
              <a:noFill/>
            </a:ln>
          </a:insideV>
        </a:tcBdr>
        <a:fill>
          <a:noFill/>
        </a:fill>
      </a:tcStyle>
    </a:wholeTbl>
    <a:band1H>
      <a:tcStyle>
        <a:tcBdr>
          <a:left>
            <a:ln>
              <a:noFill/>
            </a:ln>
          </a:left>
          <a:right>
            <a:ln>
              <a:noFill/>
            </a:ln>
          </a:right>
          <a:top>
            <a:ln>
              <a:noFill/>
            </a:ln>
          </a:top>
          <a:bottom>
            <a:ln>
              <a:noFill/>
            </a:ln>
          </a:bottom>
          <a:insideH>
            <a:ln w="6350" cmpd="sng">
              <a:solidFill>
                <a:schemeClr val="lt1"/>
              </a:solidFill>
            </a:ln>
          </a:insideH>
        </a:tcBdr>
        <a:fill>
          <a:solidFill>
            <a:schemeClr val="dk2"/>
          </a:solidFill>
        </a:fill>
      </a:tcStyle>
    </a:band1H>
    <a:band2H>
      <a:tcStyle>
        <a:tcBdr/>
        <a:fill>
          <a:noFill/>
        </a:fill>
      </a:tcStyle>
    </a:band2H>
    <a:band1V>
      <a:tcStyle>
        <a:tcBdr>
          <a:left>
            <a:ln>
              <a:noFill/>
            </a:ln>
          </a:left>
          <a:right>
            <a:ln>
              <a:noFill/>
            </a:ln>
          </a:right>
          <a:top>
            <a:ln>
              <a:noFill/>
            </a:ln>
          </a:top>
          <a:bottom>
            <a:ln>
              <a:noFill/>
            </a:ln>
          </a:bottom>
          <a:insideH>
            <a:ln w="6350" cmpd="sng">
              <a:solidFill>
                <a:schemeClr val="lt1"/>
              </a:solidFill>
            </a:ln>
          </a:insideH>
        </a:tcBdr>
        <a:fill>
          <a:solidFill>
            <a:schemeClr val="dk2"/>
          </a:solidFill>
        </a:fill>
      </a:tcStyle>
    </a:band1V>
    <a:band2V>
      <a:tcStyle>
        <a:tcBdr/>
      </a:tcStyle>
    </a:band2V>
    <a:firstCol>
      <a:tcTxStyle/>
      <a:tcStyle>
        <a:tcBdr/>
      </a:tcStyle>
    </a:firstCol>
    <a:lastRow>
      <a:tcTxStyle>
        <a:fontRef idx="major">
          <a:prstClr val="black"/>
        </a:fontRef>
        <a:schemeClr val="dk1"/>
      </a:tcTxStyle>
      <a:tcStyle>
        <a:tcBdr>
          <a:top>
            <a:ln w="12700" cmpd="sng">
              <a:solidFill>
                <a:schemeClr val="dk1"/>
              </a:solidFill>
            </a:ln>
          </a:top>
        </a:tcBdr>
      </a:tcStyle>
    </a:lastRow>
    <a:firstRow>
      <a:tcTxStyle>
        <a:fontRef idx="major">
          <a:prstClr val="black"/>
        </a:fontRef>
        <a:schemeClr val="dk1"/>
      </a:tcTxStyle>
      <a:tcStyle>
        <a:tcBdr>
          <a:bottom>
            <a:ln w="12700" cmpd="sng">
              <a:solidFill>
                <a:schemeClr val="dk1"/>
              </a:solidFill>
            </a:ln>
          </a:bottom>
        </a:tcBdr>
      </a:tcStyle>
    </a:firstRow>
  </a:tblStyle>
  <a:tblStyle styleId="{963D177F-057A-4F7D-8082-B162180BF664}" styleName="QNX Table - Dark">
    <a:wholeTbl>
      <a:tcTxStyle>
        <a:fontRef idx="minor">
          <a:prstClr val="black"/>
        </a:fontRef>
        <a:schemeClr val="dk1"/>
      </a:tcTxStyle>
      <a:tcStyle>
        <a:tcBdr>
          <a:left>
            <a:ln>
              <a:noFill/>
            </a:ln>
          </a:left>
          <a:right>
            <a:ln>
              <a:noFill/>
            </a:ln>
          </a:right>
          <a:top>
            <a:ln>
              <a:noFill/>
            </a:ln>
          </a:top>
          <a:bottom>
            <a:ln>
              <a:noFill/>
            </a:ln>
          </a:bottom>
          <a:insideH>
            <a:ln w="6350" cmpd="sng">
              <a:solidFill>
                <a:srgbClr val="C0C0BB"/>
              </a:solidFill>
            </a:ln>
          </a:insideH>
          <a:insideV>
            <a:ln>
              <a:noFill/>
            </a:ln>
          </a:insideV>
        </a:tcBdr>
        <a:fill>
          <a:noFill/>
        </a:fill>
      </a:tcStyle>
    </a:wholeTbl>
    <a:band1H>
      <a:tcStyle>
        <a:tcBdr>
          <a:left>
            <a:ln>
              <a:noFill/>
            </a:ln>
          </a:left>
          <a:right>
            <a:ln>
              <a:noFill/>
            </a:ln>
          </a:right>
          <a:top>
            <a:ln>
              <a:noFill/>
            </a:ln>
          </a:top>
          <a:bottom>
            <a:ln>
              <a:noFill/>
            </a:ln>
          </a:bottom>
          <a:insideH>
            <a:ln w="6350" cmpd="sng">
              <a:solidFill>
                <a:schemeClr val="lt1"/>
              </a:solidFill>
            </a:ln>
          </a:insideH>
        </a:tcBdr>
        <a:fill>
          <a:solidFill>
            <a:srgbClr val="2F2F2D"/>
          </a:solidFill>
        </a:fill>
      </a:tcStyle>
    </a:band1H>
    <a:band2H>
      <a:tcStyle>
        <a:tcBdr/>
        <a:fill>
          <a:noFill/>
        </a:fill>
      </a:tcStyle>
    </a:band2H>
    <a:band1V>
      <a:tcStyle>
        <a:tcBdr>
          <a:left>
            <a:ln>
              <a:noFill/>
            </a:ln>
          </a:left>
          <a:right>
            <a:ln>
              <a:noFill/>
            </a:ln>
          </a:right>
          <a:top>
            <a:ln>
              <a:noFill/>
            </a:ln>
          </a:top>
          <a:bottom>
            <a:ln>
              <a:noFill/>
            </a:ln>
          </a:bottom>
          <a:insideH>
            <a:ln w="6350" cmpd="sng">
              <a:solidFill>
                <a:schemeClr val="lt1"/>
              </a:solidFill>
            </a:ln>
          </a:insideH>
        </a:tcBdr>
        <a:fill>
          <a:solidFill>
            <a:srgbClr val="2F2F2D"/>
          </a:solidFill>
        </a:fill>
      </a:tcStyle>
    </a:band1V>
    <a:band2V>
      <a:tcStyle>
        <a:tcBdr/>
      </a:tcStyle>
    </a:band2V>
    <a:firstCol>
      <a:tcTxStyle/>
      <a:tcStyle>
        <a:tcBdr/>
      </a:tcStyle>
    </a:firstCol>
    <a:lastRow>
      <a:tcTxStyle>
        <a:fontRef idx="major">
          <a:prstClr val="black"/>
        </a:fontRef>
        <a:schemeClr val="dk1"/>
      </a:tcTxStyle>
      <a:tcStyle>
        <a:tcBdr>
          <a:top>
            <a:ln w="12700" cmpd="sng">
              <a:solidFill>
                <a:schemeClr val="dk1"/>
              </a:solidFill>
            </a:ln>
          </a:top>
        </a:tcBdr>
      </a:tcStyle>
    </a:lastRow>
    <a:firstRow>
      <a:tcTxStyle>
        <a:fontRef idx="major">
          <a:prstClr val="black"/>
        </a:fontRef>
        <a:schemeClr val="dk1"/>
      </a:tcTxStyle>
      <a:tcStyle>
        <a:tcBdr>
          <a:bottom>
            <a:ln w="12700" cmpd="sng">
              <a:solidFill>
                <a:schemeClr val="dk1"/>
              </a:solidFill>
            </a:ln>
          </a:bottom>
        </a:tcBdr>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193" autoAdjust="0"/>
    <p:restoredTop sz="94660"/>
  </p:normalViewPr>
  <p:slideViewPr>
    <p:cSldViewPr snapToGrid="0">
      <p:cViewPr>
        <p:scale>
          <a:sx n="75" d="100"/>
          <a:sy n="75" d="100"/>
        </p:scale>
        <p:origin x="33"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2"/>
          <p:cNvSpPr>
            <a:spLocks noGrp="1"/>
          </p:cNvSpPr>
          <p:nvPr>
            <p:ph type="dt" sz="quarter" idx="1"/>
          </p:nvPr>
        </p:nvSpPr>
        <p:spPr>
          <a:xfrm>
            <a:off x="5229280" y="8676456"/>
            <a:ext cx="720000" cy="216000"/>
          </a:xfrm>
          <a:prstGeom prst="rect">
            <a:avLst/>
          </a:prstGeom>
        </p:spPr>
        <p:txBody>
          <a:bodyPr vert="horz" lIns="0" tIns="0" rIns="0" bIns="0" rtlCol="0" anchor="ctr"/>
          <a:lstStyle>
            <a:lvl1pPr algn="r">
              <a:defRPr sz="1200"/>
            </a:lvl1pPr>
          </a:lstStyle>
          <a:p>
            <a:fld id="{5320D358-F853-4E66-A71E-3A9A01236113}" type="datetimeFigureOut">
              <a:rPr lang="de-DE" sz="800" smtClean="0"/>
              <a:t>10.10.2026</a:t>
            </a:fld>
            <a:endParaRPr lang="de-DE" sz="800"/>
          </a:p>
        </p:txBody>
      </p:sp>
      <p:sp>
        <p:nvSpPr>
          <p:cNvPr id="4" name="Fußzeilenplatzhalter 3"/>
          <p:cNvSpPr>
            <a:spLocks noGrp="1"/>
          </p:cNvSpPr>
          <p:nvPr>
            <p:ph type="ftr" sz="quarter" idx="2"/>
          </p:nvPr>
        </p:nvSpPr>
        <p:spPr>
          <a:xfrm>
            <a:off x="477192" y="8676456"/>
            <a:ext cx="4680000" cy="216000"/>
          </a:xfrm>
          <a:prstGeom prst="rect">
            <a:avLst/>
          </a:prstGeom>
        </p:spPr>
        <p:txBody>
          <a:bodyPr vert="horz" lIns="0" tIns="0" rIns="0" bIns="0" rtlCol="0" anchor="ctr"/>
          <a:lstStyle>
            <a:lvl1pPr algn="l">
              <a:defRPr sz="1200"/>
            </a:lvl1pPr>
          </a:lstStyle>
          <a:p>
            <a:pPr algn="r"/>
            <a:endParaRPr lang="de-DE" sz="800"/>
          </a:p>
        </p:txBody>
      </p:sp>
      <p:sp>
        <p:nvSpPr>
          <p:cNvPr id="5" name="Foliennummernplatzhalter 4"/>
          <p:cNvSpPr>
            <a:spLocks noGrp="1"/>
          </p:cNvSpPr>
          <p:nvPr>
            <p:ph type="sldNum" sz="quarter" idx="3"/>
          </p:nvPr>
        </p:nvSpPr>
        <p:spPr>
          <a:xfrm>
            <a:off x="6021328" y="8676456"/>
            <a:ext cx="360000" cy="216000"/>
          </a:xfrm>
          <a:prstGeom prst="rect">
            <a:avLst/>
          </a:prstGeom>
        </p:spPr>
        <p:txBody>
          <a:bodyPr vert="horz" lIns="0" tIns="0" rIns="0" bIns="0" rtlCol="0" anchor="ctr"/>
          <a:lstStyle>
            <a:lvl1pPr algn="r">
              <a:defRPr sz="1200"/>
            </a:lvl1pPr>
          </a:lstStyle>
          <a:p>
            <a:fld id="{E5BBCCF6-F8A8-4C49-BF3D-CA1AA74CA975}" type="slidenum">
              <a:rPr lang="de-DE" sz="800" smtClean="0"/>
              <a:t>‹#›</a:t>
            </a:fld>
            <a:endParaRPr lang="de-DE" sz="800"/>
          </a:p>
        </p:txBody>
      </p:sp>
    </p:spTree>
    <p:extLst>
      <p:ext uri="{BB962C8B-B14F-4D97-AF65-F5344CB8AC3E}">
        <p14:creationId xmlns:p14="http://schemas.microsoft.com/office/powerpoint/2010/main" val="314386119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476672" y="611560"/>
            <a:ext cx="5904000" cy="3321000"/>
          </a:xfrm>
          <a:prstGeom prst="rect">
            <a:avLst/>
          </a:prstGeom>
          <a:noFill/>
          <a:ln w="6350">
            <a:solidFill>
              <a:schemeClr val="accent6"/>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476672" y="4139952"/>
            <a:ext cx="5904000" cy="4320000"/>
          </a:xfrm>
          <a:prstGeom prst="rect">
            <a:avLst/>
          </a:prstGeom>
        </p:spPr>
        <p:txBody>
          <a:bodyPr vert="horz" lIns="0" tIns="0" rIns="0" bIns="0" rtlCol="0"/>
          <a:lstStyle/>
          <a:p>
            <a:pPr lvl="0"/>
            <a:r>
              <a:rPr lang="en-GB"/>
              <a:t>First list level: Large body text in 14 pt </a:t>
            </a:r>
          </a:p>
          <a:p>
            <a:pPr lvl="1"/>
            <a:r>
              <a:rPr lang="en-GB"/>
              <a:t>2nd level, subheading in 18 pt</a:t>
            </a:r>
          </a:p>
          <a:p>
            <a:pPr lvl="2"/>
            <a:r>
              <a:rPr lang="en-GB"/>
              <a:t>3rd level, 1. bullet list in 14 pt</a:t>
            </a:r>
          </a:p>
          <a:p>
            <a:pPr lvl="3"/>
            <a:r>
              <a:rPr lang="en-GB"/>
              <a:t>4th level, 2. bullet list in 14 pt</a:t>
            </a:r>
          </a:p>
          <a:p>
            <a:pPr lvl="4"/>
            <a:r>
              <a:rPr lang="en-GB"/>
              <a:t>5th level, body text in 14 pt</a:t>
            </a:r>
          </a:p>
          <a:p>
            <a:pPr lvl="5"/>
            <a:r>
              <a:rPr lang="en-GB"/>
              <a:t>6th level, subheading in 10 pt</a:t>
            </a:r>
          </a:p>
          <a:p>
            <a:pPr lvl="6"/>
            <a:r>
              <a:rPr lang="en-GB"/>
              <a:t>7th level, subheading in 14 pt</a:t>
            </a:r>
          </a:p>
          <a:p>
            <a:pPr lvl="7"/>
            <a:r>
              <a:rPr lang="en-GB"/>
              <a:t>8th level, 1. bullet list in 10 pt</a:t>
            </a:r>
          </a:p>
          <a:p>
            <a:pPr lvl="8"/>
            <a:r>
              <a:rPr lang="en-GB"/>
              <a:t>9th level, </a:t>
            </a:r>
            <a:r>
              <a:rPr lang="sv-SE"/>
              <a:t>2. bullet list in 10 pt</a:t>
            </a:r>
            <a:endParaRPr lang="en-GB"/>
          </a:p>
        </p:txBody>
      </p:sp>
      <p:sp>
        <p:nvSpPr>
          <p:cNvPr id="9" name="Datumsplatzhalter 2"/>
          <p:cNvSpPr>
            <a:spLocks noGrp="1"/>
          </p:cNvSpPr>
          <p:nvPr>
            <p:ph type="dt" sz="quarter" idx="1"/>
          </p:nvPr>
        </p:nvSpPr>
        <p:spPr>
          <a:xfrm>
            <a:off x="5229280" y="8676456"/>
            <a:ext cx="720000" cy="216000"/>
          </a:xfrm>
          <a:prstGeom prst="rect">
            <a:avLst/>
          </a:prstGeom>
        </p:spPr>
        <p:txBody>
          <a:bodyPr vert="horz" lIns="0" tIns="0" rIns="0" bIns="0" rtlCol="0" anchor="ctr"/>
          <a:lstStyle>
            <a:lvl1pPr algn="r">
              <a:defRPr sz="800"/>
            </a:lvl1pPr>
          </a:lstStyle>
          <a:p>
            <a:fld id="{5320D358-F853-4E66-A71E-3A9A01236113}" type="datetimeFigureOut">
              <a:rPr lang="de-DE" smtClean="0"/>
              <a:pPr/>
              <a:t>10.10.2026</a:t>
            </a:fld>
            <a:endParaRPr lang="de-DE"/>
          </a:p>
        </p:txBody>
      </p:sp>
      <p:sp>
        <p:nvSpPr>
          <p:cNvPr id="10" name="Fußzeilenplatzhalter 3"/>
          <p:cNvSpPr>
            <a:spLocks noGrp="1"/>
          </p:cNvSpPr>
          <p:nvPr>
            <p:ph type="ftr" sz="quarter" idx="4"/>
          </p:nvPr>
        </p:nvSpPr>
        <p:spPr>
          <a:xfrm>
            <a:off x="477192" y="8676456"/>
            <a:ext cx="4680000" cy="216000"/>
          </a:xfrm>
          <a:prstGeom prst="rect">
            <a:avLst/>
          </a:prstGeom>
        </p:spPr>
        <p:txBody>
          <a:bodyPr vert="horz" lIns="0" tIns="0" rIns="0" bIns="0" rtlCol="0" anchor="ctr"/>
          <a:lstStyle>
            <a:lvl1pPr algn="l">
              <a:defRPr sz="800"/>
            </a:lvl1pPr>
          </a:lstStyle>
          <a:p>
            <a:pPr algn="r"/>
            <a:endParaRPr lang="de-DE"/>
          </a:p>
        </p:txBody>
      </p:sp>
      <p:sp>
        <p:nvSpPr>
          <p:cNvPr id="11" name="Foliennummernplatzhalter 4"/>
          <p:cNvSpPr>
            <a:spLocks noGrp="1"/>
          </p:cNvSpPr>
          <p:nvPr>
            <p:ph type="sldNum" sz="quarter" idx="5"/>
          </p:nvPr>
        </p:nvSpPr>
        <p:spPr>
          <a:xfrm>
            <a:off x="6021328" y="8676456"/>
            <a:ext cx="360000" cy="216000"/>
          </a:xfrm>
          <a:prstGeom prst="rect">
            <a:avLst/>
          </a:prstGeom>
        </p:spPr>
        <p:txBody>
          <a:bodyPr vert="horz" lIns="0" tIns="0" rIns="0" bIns="0" rtlCol="0" anchor="ctr"/>
          <a:lstStyle>
            <a:lvl1pPr algn="r">
              <a:defRPr sz="800"/>
            </a:lvl1pPr>
          </a:lstStyle>
          <a:p>
            <a:fld id="{E5BBCCF6-F8A8-4C49-BF3D-CA1AA74CA975}" type="slidenum">
              <a:rPr lang="de-DE" smtClean="0"/>
              <a:pPr/>
              <a:t>‹#›</a:t>
            </a:fld>
            <a:endParaRPr lang="de-DE"/>
          </a:p>
        </p:txBody>
      </p:sp>
    </p:spTree>
    <p:extLst>
      <p:ext uri="{BB962C8B-B14F-4D97-AF65-F5344CB8AC3E}">
        <p14:creationId xmlns:p14="http://schemas.microsoft.com/office/powerpoint/2010/main" val="2846198732"/>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200"/>
      </a:spcBef>
      <a:spcAft>
        <a:spcPts val="200"/>
      </a:spcAft>
      <a:defRPr sz="1400" b="0" kern="1200">
        <a:solidFill>
          <a:schemeClr val="tx1"/>
        </a:solidFill>
        <a:latin typeface="+mn-lt"/>
        <a:ea typeface="+mn-ea"/>
        <a:cs typeface="+mn-cs"/>
      </a:defRPr>
    </a:lvl1pPr>
    <a:lvl2pPr marL="0" algn="l" defTabSz="914400" rtl="0" eaLnBrk="1" latinLnBrk="0" hangingPunct="1">
      <a:lnSpc>
        <a:spcPct val="120000"/>
      </a:lnSpc>
      <a:spcBef>
        <a:spcPts val="1500"/>
      </a:spcBef>
      <a:spcAft>
        <a:spcPts val="200"/>
      </a:spcAft>
      <a:defRPr sz="1800" b="1" kern="1200">
        <a:solidFill>
          <a:schemeClr val="tx1"/>
        </a:solidFill>
        <a:latin typeface="+mn-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Tx/>
      <a:buNone/>
      <a:defRPr sz="1400" b="1" kern="1200">
        <a:solidFill>
          <a:schemeClr val="tx1"/>
        </a:solidFill>
        <a:latin typeface="+mn-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notesStyle>
  <p:extLst>
    <p:ext uri="{620B2872-D7B9-4A21-9093-7833F8D536E1}">
      <p15:sldGuideLst xmlns:p15="http://schemas.microsoft.com/office/powerpoint/2012/main">
        <p15:guide id="1" pos="302" userDrawn="1">
          <p15:clr>
            <a:srgbClr val="F26B43"/>
          </p15:clr>
        </p15:guide>
        <p15:guide id="2"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9E6B4-6ECE-D15E-BB87-D900B4C85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A8E1E-E19D-8F9B-C6C1-7F97073337D6}"/>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244389C9-6732-21E3-DE4F-7A7F942F32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9AC5A6-92E7-050A-7E83-1CE80CC8670A}"/>
              </a:ext>
            </a:extLst>
          </p:cNvPr>
          <p:cNvSpPr>
            <a:spLocks noGrp="1"/>
          </p:cNvSpPr>
          <p:nvPr>
            <p:ph type="sldNum" sz="quarter" idx="5"/>
          </p:nvPr>
        </p:nvSpPr>
        <p:spPr/>
        <p:txBody>
          <a:bodyPr/>
          <a:lstStyle/>
          <a:p>
            <a:fld id="{E5BBCCF6-F8A8-4C49-BF3D-CA1AA74CA975}" type="slidenum">
              <a:rPr lang="de-DE" smtClean="0"/>
              <a:pPr/>
              <a:t>1</a:t>
            </a:fld>
            <a:endParaRPr lang="de-DE"/>
          </a:p>
        </p:txBody>
      </p:sp>
    </p:spTree>
    <p:extLst>
      <p:ext uri="{BB962C8B-B14F-4D97-AF65-F5344CB8AC3E}">
        <p14:creationId xmlns:p14="http://schemas.microsoft.com/office/powerpoint/2010/main" val="36564862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 Quadrant Ba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B3A0D8F-9C15-5837-5F96-2D9EA811E7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74954" b="22415"/>
          <a:stretch/>
        </p:blipFill>
        <p:spPr>
          <a:xfrm>
            <a:off x="8256241" y="1"/>
            <a:ext cx="3935760" cy="6858000"/>
          </a:xfrm>
          <a:prstGeom prst="rect">
            <a:avLst/>
          </a:prstGeom>
        </p:spPr>
      </p:pic>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3068960"/>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4797256"/>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gray">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gray">
          <a:xfrm>
            <a:off x="5232400" y="6525360"/>
            <a:ext cx="2303760"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623392" y="620689"/>
            <a:ext cx="1080000" cy="374567"/>
          </a:xfrm>
          <a:prstGeom prst="rect">
            <a:avLst/>
          </a:prstGeom>
        </p:spPr>
      </p:pic>
    </p:spTree>
    <p:extLst>
      <p:ext uri="{BB962C8B-B14F-4D97-AF65-F5344CB8AC3E}">
        <p14:creationId xmlns:p14="http://schemas.microsoft.com/office/powerpoint/2010/main" val="3031695121"/>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 Quadrant Radial">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3068960"/>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4797256"/>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gray">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gray">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pic>
        <p:nvPicPr>
          <p:cNvPr id="8" name="Graphic 7">
            <a:extLst>
              <a:ext uri="{FF2B5EF4-FFF2-40B4-BE49-F238E27FC236}">
                <a16:creationId xmlns:a16="http://schemas.microsoft.com/office/drawing/2014/main" id="{7F748590-F732-D074-F771-EDEC6F0047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t="6507" r="50000" b="6507"/>
          <a:stretch/>
        </p:blipFill>
        <p:spPr>
          <a:xfrm>
            <a:off x="8250000" y="0"/>
            <a:ext cx="3942000" cy="6858000"/>
          </a:xfrm>
          <a:prstGeom prst="rect">
            <a:avLst/>
          </a:prstGeom>
        </p:spPr>
      </p:pic>
    </p:spTree>
    <p:extLst>
      <p:ext uri="{BB962C8B-B14F-4D97-AF65-F5344CB8AC3E}">
        <p14:creationId xmlns:p14="http://schemas.microsoft.com/office/powerpoint/2010/main" val="931718912"/>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 Half Pictur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a:xfrm>
            <a:off x="623888" y="2132856"/>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gray">
          <a:xfrm>
            <a:off x="623393" y="2493072"/>
            <a:ext cx="518400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gray">
          <a:xfrm>
            <a:off x="623393" y="3861152"/>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sp>
        <p:nvSpPr>
          <p:cNvPr id="4" name="Picture Placeholder 11">
            <a:extLst>
              <a:ext uri="{FF2B5EF4-FFF2-40B4-BE49-F238E27FC236}">
                <a16:creationId xmlns:a16="http://schemas.microsoft.com/office/drawing/2014/main" id="{F0C95E3C-E453-EAA2-DD4F-8F0D94035F4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11" name="Fußzeilenplatzhalter 4">
            <a:extLst>
              <a:ext uri="{FF2B5EF4-FFF2-40B4-BE49-F238E27FC236}">
                <a16:creationId xmlns:a16="http://schemas.microsoft.com/office/drawing/2014/main" id="{C940FAEA-3B2F-6191-ABB6-8D4D40B0ADF8}"/>
              </a:ex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Date Placeholder 3">
            <a:extLst>
              <a:ext uri="{FF2B5EF4-FFF2-40B4-BE49-F238E27FC236}">
                <a16:creationId xmlns:a16="http://schemas.microsoft.com/office/drawing/2014/main" id="{EBBF7F25-DEE3-0131-6327-0A033125310E}"/>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3813196644"/>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4" pos="3659" userDrawn="1">
          <p15:clr>
            <a:srgbClr val="5ACBF0"/>
          </p15:clr>
        </p15:guide>
        <p15:guide id="5" orient="horz" pos="2886" userDrawn="1">
          <p15:clr>
            <a:srgbClr val="5ACBF0"/>
          </p15:clr>
        </p15:guide>
        <p15:guide id="6" pos="7287"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Picture Dark">
    <p:bg>
      <p:bgPr>
        <a:solidFill>
          <a:schemeClr val="tx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A29BE15-3256-F8A5-CEDE-C91B75C475A6}"/>
              </a:ext>
              <a:ext uri="{C183D7F6-B498-43B3-948B-1728B52AA6E4}">
                <adec:decorative xmlns:adec="http://schemas.microsoft.com/office/drawing/2017/decorative" val="1"/>
              </a:ext>
            </a:extLst>
          </p:cNvPr>
          <p:cNvSpPr>
            <a:spLocks noGrp="1"/>
          </p:cNvSpPr>
          <p:nvPr>
            <p:ph type="pic" sz="quarter" idx="16"/>
          </p:nvPr>
        </p:nvSpPr>
        <p:spPr>
          <a:xfrm>
            <a:off x="0" y="0"/>
            <a:ext cx="12192000" cy="6858000"/>
          </a:xfrm>
        </p:spPr>
        <p:txBody>
          <a:bodyPr bIns="504000" anchor="ctr"/>
          <a:lstStyle>
            <a:lvl1pPr marL="0" indent="0" algn="ctr">
              <a:spcBef>
                <a:spcPts val="0"/>
              </a:spcBef>
              <a:spcAft>
                <a:spcPts val="0"/>
              </a:spcAft>
              <a:buFont typeface="Arial" panose="020B0604020202020204" pitchFamily="34" charset="0"/>
              <a:buNone/>
              <a:defRPr sz="1000">
                <a:solidFill>
                  <a:schemeClr val="bg1"/>
                </a:solidFill>
                <a:latin typeface="+mn-lt"/>
              </a:defRPr>
            </a:lvl1pPr>
            <a:lvl2pPr marL="0" indent="0" algn="ctr">
              <a:spcBef>
                <a:spcPts val="0"/>
              </a:spcBef>
              <a:spcAft>
                <a:spcPts val="0"/>
              </a:spcAft>
              <a:buFont typeface="Arial" panose="020B0604020202020204" pitchFamily="34" charset="0"/>
              <a:buNone/>
              <a:defRPr sz="1000">
                <a:solidFill>
                  <a:schemeClr val="bg1"/>
                </a:solidFill>
                <a:latin typeface="+mn-lt"/>
              </a:defRPr>
            </a:lvl2pPr>
            <a:lvl3pPr marL="0" indent="0" algn="ctr">
              <a:spcBef>
                <a:spcPts val="0"/>
              </a:spcBef>
              <a:spcAft>
                <a:spcPts val="0"/>
              </a:spcAft>
              <a:buNone/>
              <a:defRPr sz="1000">
                <a:solidFill>
                  <a:schemeClr val="bg1"/>
                </a:solidFill>
                <a:latin typeface="+mn-lt"/>
              </a:defRPr>
            </a:lvl3pPr>
            <a:lvl4pPr marL="0" indent="0" algn="ctr">
              <a:spcBef>
                <a:spcPts val="0"/>
              </a:spcBef>
              <a:spcAft>
                <a:spcPts val="0"/>
              </a:spcAft>
              <a:buNone/>
              <a:defRPr sz="1000">
                <a:solidFill>
                  <a:schemeClr val="bg1"/>
                </a:solidFill>
                <a:latin typeface="+mn-lt"/>
              </a:defRPr>
            </a:lvl4pPr>
            <a:lvl5pPr marL="0" indent="0" algn="ctr">
              <a:spcBef>
                <a:spcPts val="0"/>
              </a:spcBef>
              <a:spcAft>
                <a:spcPts val="0"/>
              </a:spcAft>
              <a:buFont typeface="Arial" panose="020B0604020202020204" pitchFamily="34" charset="0"/>
              <a:buNone/>
              <a:defRPr sz="1000">
                <a:solidFill>
                  <a:schemeClr val="bg1"/>
                </a:solidFill>
                <a:latin typeface="+mn-lt"/>
              </a:defRPr>
            </a:lvl5pPr>
            <a:lvl6pPr marL="0" indent="0" algn="ctr">
              <a:spcBef>
                <a:spcPts val="0"/>
              </a:spcBef>
              <a:spcAft>
                <a:spcPts val="0"/>
              </a:spcAft>
              <a:buFont typeface="Arial" panose="020B0604020202020204" pitchFamily="34" charset="0"/>
              <a:buNone/>
              <a:defRPr sz="1000">
                <a:solidFill>
                  <a:schemeClr val="bg1"/>
                </a:solidFill>
                <a:latin typeface="+mn-lt"/>
              </a:defRPr>
            </a:lvl6pPr>
            <a:lvl7pPr marL="0" indent="0" algn="ctr">
              <a:spcBef>
                <a:spcPts val="0"/>
              </a:spcBef>
              <a:spcAft>
                <a:spcPts val="0"/>
              </a:spcAft>
              <a:buNone/>
              <a:defRPr sz="1000">
                <a:solidFill>
                  <a:schemeClr val="bg1"/>
                </a:solidFill>
                <a:latin typeface="+mn-lt"/>
              </a:defRPr>
            </a:lvl7pPr>
            <a:lvl8pPr marL="0" indent="0" algn="ctr">
              <a:spcBef>
                <a:spcPts val="0"/>
              </a:spcBef>
              <a:spcAft>
                <a:spcPts val="0"/>
              </a:spcAft>
              <a:buNone/>
              <a:defRPr sz="1000">
                <a:solidFill>
                  <a:schemeClr val="bg1"/>
                </a:solidFill>
                <a:latin typeface="+mn-lt"/>
              </a:defRPr>
            </a:lvl8pPr>
            <a:lvl9pPr marL="0" indent="0" algn="ctr">
              <a:spcBef>
                <a:spcPts val="0"/>
              </a:spcBef>
              <a:spcAft>
                <a:spcPts val="0"/>
              </a:spcAft>
              <a:buNone/>
              <a:defRPr sz="1000">
                <a:solidFill>
                  <a:schemeClr val="bg1"/>
                </a:solidFill>
                <a:latin typeface="+mn-lt"/>
              </a:defRPr>
            </a:lvl9pPr>
          </a:lstStyle>
          <a:p>
            <a:r>
              <a:rPr lang="en-US"/>
              <a:t>Click icon to add picture</a:t>
            </a:r>
            <a:endParaRPr lang="en-GB"/>
          </a:p>
        </p:txBody>
      </p:sp>
      <p:sp>
        <p:nvSpPr>
          <p:cNvPr id="7" name="Text Placeholder 8">
            <a:extLst>
              <a:ext uri="{FF2B5EF4-FFF2-40B4-BE49-F238E27FC236}">
                <a16:creationId xmlns:a16="http://schemas.microsoft.com/office/drawing/2014/main" id="{41048E7F-D798-9B2F-8A33-42EB3506851F}"/>
              </a:ext>
            </a:extLst>
          </p:cNvPr>
          <p:cNvSpPr>
            <a:spLocks noGrp="1"/>
          </p:cNvSpPr>
          <p:nvPr>
            <p:ph type="body" sz="quarter" idx="11" hasCustomPrompt="1"/>
          </p:nvPr>
        </p:nvSpPr>
        <p:spPr>
          <a:xfrm>
            <a:off x="623888" y="2132832"/>
            <a:ext cx="5184000" cy="144000"/>
          </a:xfrm>
        </p:spPr>
        <p:txBody>
          <a:bodyPr anchor="b"/>
          <a:lstStyle>
            <a:lvl1pPr marL="0" indent="0">
              <a:spcBef>
                <a:spcPts val="0"/>
              </a:spcBef>
              <a:spcAft>
                <a:spcPts val="0"/>
              </a:spcAft>
              <a:buFont typeface="Arial" panose="020B0604020202020204" pitchFamily="34" charset="0"/>
              <a:buNone/>
              <a:defRPr sz="1000">
                <a:solidFill>
                  <a:schemeClr val="bg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bg1"/>
                </a:solidFill>
                <a:latin typeface="Onest Medium" pitchFamily="2" charset="0"/>
              </a:defRPr>
            </a:lvl2pPr>
            <a:lvl3pPr marL="0" indent="0">
              <a:spcBef>
                <a:spcPts val="0"/>
              </a:spcBef>
              <a:spcAft>
                <a:spcPts val="0"/>
              </a:spcAft>
              <a:buNone/>
              <a:defRPr sz="1000">
                <a:solidFill>
                  <a:schemeClr val="bg1"/>
                </a:solidFill>
                <a:latin typeface="Onest Medium" pitchFamily="2" charset="0"/>
              </a:defRPr>
            </a:lvl3pPr>
            <a:lvl4pPr marL="0" indent="0">
              <a:spcBef>
                <a:spcPts val="0"/>
              </a:spcBef>
              <a:spcAft>
                <a:spcPts val="0"/>
              </a:spcAft>
              <a:buNone/>
              <a:defRPr sz="1000">
                <a:solidFill>
                  <a:schemeClr val="bg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bg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bg1"/>
                </a:solidFill>
                <a:latin typeface="Onest Medium" pitchFamily="2" charset="0"/>
              </a:defRPr>
            </a:lvl6pPr>
            <a:lvl7pPr marL="0" indent="0">
              <a:spcBef>
                <a:spcPts val="0"/>
              </a:spcBef>
              <a:spcAft>
                <a:spcPts val="0"/>
              </a:spcAft>
              <a:buNone/>
              <a:defRPr sz="1000">
                <a:solidFill>
                  <a:schemeClr val="bg1"/>
                </a:solidFill>
                <a:latin typeface="Onest Medium" pitchFamily="2" charset="0"/>
              </a:defRPr>
            </a:lvl7pPr>
            <a:lvl8pPr marL="0" indent="0">
              <a:spcBef>
                <a:spcPts val="0"/>
              </a:spcBef>
              <a:spcAft>
                <a:spcPts val="0"/>
              </a:spcAft>
              <a:buNone/>
              <a:defRPr sz="1000">
                <a:solidFill>
                  <a:schemeClr val="bg1"/>
                </a:solidFill>
                <a:latin typeface="Onest Medium" pitchFamily="2" charset="0"/>
              </a:defRPr>
            </a:lvl8pPr>
            <a:lvl9pPr marL="0" indent="0">
              <a:spcBef>
                <a:spcPts val="0"/>
              </a:spcBef>
              <a:spcAft>
                <a:spcPts val="0"/>
              </a:spcAft>
              <a:buNone/>
              <a:defRPr sz="1000">
                <a:solidFill>
                  <a:schemeClr val="bg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7FFAAFFD-F887-74D0-66D2-DEF991B51454}"/>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bg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2E9B28D7-605E-AC79-8342-665B340033C0}"/>
              </a:ext>
            </a:extLst>
          </p:cNvPr>
          <p:cNvSpPr>
            <a:spLocks noGrp="1"/>
          </p:cNvSpPr>
          <p:nvPr>
            <p:ph type="subTitle" idx="1" hasCustomPrompt="1"/>
          </p:nvPr>
        </p:nvSpPr>
        <p:spPr bwMode="gray">
          <a:xfrm>
            <a:off x="623393" y="3861128"/>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solidFill>
                  <a:schemeClr val="bg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9pPr>
          </a:lstStyle>
          <a:p>
            <a:r>
              <a:rPr lang="en-GB"/>
              <a:t>Optional subtitle, use list level 2 to add a date</a:t>
            </a:r>
          </a:p>
          <a:p>
            <a:pPr lvl="1"/>
            <a:r>
              <a:rPr lang="en-GB"/>
              <a:t>Date</a:t>
            </a:r>
          </a:p>
        </p:txBody>
      </p:sp>
      <p:sp>
        <p:nvSpPr>
          <p:cNvPr id="8"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Footer Placeholder 2">
            <a:extLst>
              <a:ext uri="{FF2B5EF4-FFF2-40B4-BE49-F238E27FC236}">
                <a16:creationId xmlns:a16="http://schemas.microsoft.com/office/drawing/2014/main" id="{8B24B342-7000-F337-AFA1-9151C7FF7EE1}"/>
              </a:ext>
            </a:extLst>
          </p:cNvPr>
          <p:cNvSpPr>
            <a:spLocks noGrp="1"/>
          </p:cNvSpPr>
          <p:nvPr>
            <p:ph type="ftr" sz="quarter" idx="10"/>
          </p:nvPr>
        </p:nvSpPr>
        <p:spPr/>
        <p:txBody>
          <a:bodyPr/>
          <a:lstStyle>
            <a:lvl1pPr>
              <a:defRPr>
                <a:solidFill>
                  <a:schemeClr val="bg1"/>
                </a:solidFill>
              </a:defRPr>
            </a:lvl1pPr>
          </a:lstStyle>
          <a:p>
            <a:r>
              <a:rPr lang="en-GB"/>
              <a:t>CONFIDENTIAL – SHARED UNDER NDA. DO NOT FORWARD.</a:t>
            </a:r>
          </a:p>
        </p:txBody>
      </p:sp>
      <p:sp>
        <p:nvSpPr>
          <p:cNvPr id="2" name="Callout: Line 1">
            <a:extLst>
              <a:ext uri="{FF2B5EF4-FFF2-40B4-BE49-F238E27FC236}">
                <a16:creationId xmlns:a16="http://schemas.microsoft.com/office/drawing/2014/main" id="{27FF72FB-FAEC-99C2-2194-2B5F63518727}"/>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4" name="Date Placeholder 3">
            <a:extLst>
              <a:ext uri="{FF2B5EF4-FFF2-40B4-BE49-F238E27FC236}">
                <a16:creationId xmlns:a16="http://schemas.microsoft.com/office/drawing/2014/main" id="{857E161A-D4C0-A4C6-91D2-EC09DE9E6664}"/>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4291148123"/>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Picture Light">
    <p:bg>
      <p:bgPr>
        <a:solidFill>
          <a:schemeClr val="bg1"/>
        </a:solidFill>
        <a:effectLst/>
      </p:bgPr>
    </p:bg>
    <p:spTree>
      <p:nvGrpSpPr>
        <p:cNvPr id="1" name=""/>
        <p:cNvGrpSpPr/>
        <p:nvPr/>
      </p:nvGrpSpPr>
      <p:grpSpPr>
        <a:xfrm>
          <a:off x="0" y="0"/>
          <a:ext cx="0" cy="0"/>
          <a:chOff x="0" y="0"/>
          <a:chExt cx="0" cy="0"/>
        </a:xfrm>
      </p:grpSpPr>
      <p:sp>
        <p:nvSpPr>
          <p:cNvPr id="7" name="Bildplatzhalter 8">
            <a:extLst>
              <a:ext uri="{C183D7F6-B498-43B3-948B-1728B52AA6E4}">
                <adec:decorative xmlns:adec="http://schemas.microsoft.com/office/drawing/2017/decorative" val="1"/>
              </a:ext>
            </a:extLst>
          </p:cNvPr>
          <p:cNvSpPr>
            <a:spLocks noGrp="1"/>
          </p:cNvSpPr>
          <p:nvPr>
            <p:ph type="pic" sz="quarter" idx="13"/>
          </p:nvPr>
        </p:nvSpPr>
        <p:spPr bwMode="gray">
          <a:xfrm>
            <a:off x="0" y="0"/>
            <a:ext cx="12191999" cy="6858000"/>
          </a:xfrm>
          <a:noFill/>
        </p:spPr>
        <p:txBody>
          <a:bodyPr bIns="50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4" name="Callout: Line 3">
            <a:extLst>
              <a:ext uri="{FF2B5EF4-FFF2-40B4-BE49-F238E27FC236}">
                <a16:creationId xmlns:a16="http://schemas.microsoft.com/office/drawing/2014/main" id="{0BECFF34-FBF3-EB1A-B551-8D173B390939}"/>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9" name="Text Placeholder 8">
            <a:extLst>
              <a:ext uri="{FF2B5EF4-FFF2-40B4-BE49-F238E27FC236}">
                <a16:creationId xmlns:a16="http://schemas.microsoft.com/office/drawing/2014/main" id="{AE50D2D8-9A23-38EA-8F69-A5DC2F2051A5}"/>
              </a:ext>
            </a:extLst>
          </p:cNvPr>
          <p:cNvSpPr>
            <a:spLocks noGrp="1"/>
          </p:cNvSpPr>
          <p:nvPr>
            <p:ph type="body" sz="quarter" idx="10" hasCustomPrompt="1"/>
          </p:nvPr>
        </p:nvSpPr>
        <p:spPr>
          <a:xfrm>
            <a:off x="623888" y="2132832"/>
            <a:ext cx="5184000" cy="144000"/>
          </a:xfr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28FB1C8E-D489-B130-3C91-F37FBA330CD2}"/>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CCD2E16E-B398-FD19-5654-9AE9C47B7FD0}"/>
              </a:ext>
            </a:extLst>
          </p:cNvPr>
          <p:cNvSpPr>
            <a:spLocks noGrp="1"/>
          </p:cNvSpPr>
          <p:nvPr>
            <p:ph type="subTitle" idx="1" hasCustomPrompt="1"/>
          </p:nvPr>
        </p:nvSpPr>
        <p:spPr bwMode="gray">
          <a:xfrm>
            <a:off x="623393" y="3861128"/>
            <a:ext cx="5184000" cy="720000"/>
          </a:xfr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p:txBody>
      </p:sp>
      <p:sp>
        <p:nvSpPr>
          <p:cNvPr id="8" name="Fußzeilenplatzhalter 4">
            <a:extLst>
              <a:ext uri="{FF2B5EF4-FFF2-40B4-BE49-F238E27FC236}">
                <a16:creationId xmlns:a16="http://schemas.microsoft.com/office/drawing/2014/main" id="{B1166E63-14EF-37CA-7FF8-C0D9FE429995}"/>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11" name="Text Placeholder 10">
            <a:extLst>
              <a:ext uri="{FF2B5EF4-FFF2-40B4-BE49-F238E27FC236}">
                <a16:creationId xmlns:a16="http://schemas.microsoft.com/office/drawing/2014/main" id="{FFCCC5F4-A1E7-48AD-5FE3-75380A819717}"/>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Date Placeholder 3">
            <a:extLst>
              <a:ext uri="{FF2B5EF4-FFF2-40B4-BE49-F238E27FC236}">
                <a16:creationId xmlns:a16="http://schemas.microsoft.com/office/drawing/2014/main" id="{4E030E40-4DFB-A3E0-8913-CCD465AE7EEC}"/>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chemeClr val="tx1"/>
                </a:solidFill>
              </a:defRPr>
            </a:lvl1pPr>
          </a:lstStyle>
          <a:p>
            <a:r>
              <a:rPr lang="de-DE"/>
              <a:t>© 2026 BlackBerry Limited. All rights reserved.</a:t>
            </a:r>
            <a:endParaRPr lang="en-US"/>
          </a:p>
        </p:txBody>
      </p:sp>
    </p:spTree>
    <p:extLst>
      <p:ext uri="{BB962C8B-B14F-4D97-AF65-F5344CB8AC3E}">
        <p14:creationId xmlns:p14="http://schemas.microsoft.com/office/powerpoint/2010/main" val="3002040726"/>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8"/>
            <a:ext cx="1727696" cy="504000"/>
          </a:xfrm>
        </p:spPr>
        <p:txBody>
          <a:bodyPr/>
          <a:lstStyle>
            <a:lvl1pPr>
              <a:defRPr/>
            </a:lvl1pPr>
          </a:lstStyle>
          <a:p>
            <a:r>
              <a:rPr lang="en-GB"/>
              <a:t>Agenda</a:t>
            </a:r>
          </a:p>
        </p:txBody>
      </p:sp>
      <p:sp>
        <p:nvSpPr>
          <p:cNvPr id="10" name="Textplatzhalter 9"/>
          <p:cNvSpPr>
            <a:spLocks noGrp="1"/>
          </p:cNvSpPr>
          <p:nvPr>
            <p:ph type="body" sz="quarter" idx="15" hasCustomPrompt="1"/>
          </p:nvPr>
        </p:nvSpPr>
        <p:spPr bwMode="auto">
          <a:xfrm>
            <a:off x="2351088" y="1773237"/>
            <a:ext cx="4607737" cy="4464075"/>
          </a:xfrm>
        </p:spPr>
        <p:txBody>
          <a:bodyPr tIns="108000"/>
          <a:lstStyle>
            <a:lvl1pPr marL="216000" indent="-216000">
              <a:spcBef>
                <a:spcPts val="800"/>
              </a:spcBef>
              <a:spcAft>
                <a:spcPts val="200"/>
              </a:spcAft>
              <a:buClr>
                <a:schemeClr val="bg2"/>
              </a:buClr>
              <a:buFont typeface="Wingdings" panose="05000000000000000000" pitchFamily="2" charset="2"/>
              <a:buChar char="§"/>
              <a:tabLst>
                <a:tab pos="3456000" algn="r"/>
              </a:tabLst>
              <a:defRPr sz="1800">
                <a:solidFill>
                  <a:schemeClr val="tx1"/>
                </a:solidFill>
                <a:latin typeface="Onest Medium" pitchFamily="2" charset="0"/>
              </a:defRPr>
            </a:lvl1pPr>
            <a:lvl2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2pPr>
            <a:lvl3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3pPr>
            <a:lvl4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4pPr>
            <a:lvl5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5pPr>
            <a:lvl6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6pPr>
            <a:lvl7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7pPr>
            <a:lvl8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8pPr>
            <a:lvl9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9pPr>
          </a:lstStyle>
          <a:p>
            <a:pPr lvl="0"/>
            <a:r>
              <a:rPr lang="en-GB"/>
              <a:t>Add agenda topics, for subtopic use list level 2</a:t>
            </a:r>
          </a:p>
          <a:p>
            <a:pPr lvl="1"/>
            <a:r>
              <a:rPr lang="en-GB"/>
              <a:t>Chapter title</a:t>
            </a:r>
          </a:p>
          <a:p>
            <a:pPr lvl="2"/>
            <a:r>
              <a:rPr lang="en-GB"/>
              <a:t>Subtitle</a:t>
            </a:r>
          </a:p>
          <a:p>
            <a:pPr lvl="3"/>
            <a:r>
              <a:rPr lang="en-GB"/>
              <a:t>4</a:t>
            </a:r>
          </a:p>
          <a:p>
            <a:pPr lvl="4"/>
            <a:r>
              <a:rPr lang="en-GB"/>
              <a:t>5</a:t>
            </a:r>
          </a:p>
          <a:p>
            <a:pPr lvl="5"/>
            <a:r>
              <a:rPr lang="en-GB"/>
              <a:t>6</a:t>
            </a:r>
          </a:p>
          <a:p>
            <a:pPr lvl="6"/>
            <a:r>
              <a:rPr lang="en-GB"/>
              <a:t>7</a:t>
            </a:r>
          </a:p>
          <a:p>
            <a:pPr lvl="7"/>
            <a:r>
              <a:rPr lang="en-GB"/>
              <a:t>8</a:t>
            </a:r>
          </a:p>
          <a:p>
            <a:pPr lvl="8"/>
            <a:r>
              <a:rPr lang="en-GB"/>
              <a:t>9</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auto">
          <a:xfrm>
            <a:off x="7535864" y="1773782"/>
            <a:ext cx="4032250" cy="4464075"/>
          </a:xfrm>
        </p:spPr>
        <p:txBody>
          <a:bodyPr tIns="108000"/>
          <a:lstStyle>
            <a:lvl1pPr marL="0" indent="0">
              <a:spcBef>
                <a:spcPts val="800"/>
              </a:spcBef>
              <a:spcAft>
                <a:spcPts val="200"/>
              </a:spcAft>
              <a:buFont typeface="+mj-lt"/>
              <a:buNone/>
              <a:tabLst>
                <a:tab pos="3456000" algn="r"/>
              </a:tabLst>
              <a:defRPr sz="1800">
                <a:solidFill>
                  <a:schemeClr val="tx1"/>
                </a:solidFill>
                <a:latin typeface="Onest Medium" pitchFamily="2" charset="0"/>
              </a:defRPr>
            </a:lvl1pPr>
            <a:lvl2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2pPr>
            <a:lvl3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3pPr>
            <a:lvl4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4pPr>
            <a:lvl5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5pPr>
            <a:lvl6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6pPr>
            <a:lvl7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7pPr>
            <a:lvl8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8pPr>
            <a:lvl9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9pPr>
          </a:lstStyle>
          <a:p>
            <a:pPr lvl="0"/>
            <a:r>
              <a:rPr lang="en-GB"/>
              <a:t>Add presenter</a:t>
            </a:r>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Tree>
    <p:extLst>
      <p:ext uri="{BB962C8B-B14F-4D97-AF65-F5344CB8AC3E}">
        <p14:creationId xmlns:p14="http://schemas.microsoft.com/office/powerpoint/2010/main" val="2109590259"/>
      </p:ext>
    </p:extLst>
  </p:cSld>
  <p:clrMapOvr>
    <a:masterClrMapping/>
  </p:clrMapOvr>
  <p:extLst>
    <p:ext uri="{DCECCB84-F9BA-43D5-87BE-67443E8EF086}">
      <p15:sldGuideLst xmlns:p15="http://schemas.microsoft.com/office/powerpoint/2012/main">
        <p15:guide id="1" orient="horz" pos="3929">
          <p15:clr>
            <a:srgbClr val="5ACBF0"/>
          </p15:clr>
        </p15:guide>
        <p15:guide id="2" pos="1481" userDrawn="1">
          <p15:clr>
            <a:srgbClr val="5ACBF0"/>
          </p15:clr>
        </p15:guide>
        <p15:guide id="3" pos="7287">
          <p15:clr>
            <a:srgbClr val="5ACBF0"/>
          </p15:clr>
        </p15:guide>
        <p15:guide id="4" orient="horz" pos="1117">
          <p15:clr>
            <a:srgbClr val="5ACBF0"/>
          </p15:clr>
        </p15:guide>
        <p15:guide id="5" orient="horz" pos="391">
          <p15:clr>
            <a:srgbClr val="5ACBF0"/>
          </p15:clr>
        </p15:guide>
        <p15:guide id="6" pos="4747" userDrawn="1">
          <p15:clr>
            <a:srgbClr val="5ACBF0"/>
          </p15:clr>
        </p15:guide>
        <p15:guide id="9" pos="393">
          <p15:clr>
            <a:srgbClr val="5ACBF0"/>
          </p15:clr>
        </p15:guide>
        <p15:guide id="10" pos="438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7"/>
            <a:ext cx="6911974" cy="504000"/>
          </a:xfrm>
        </p:spPr>
        <p:txBody>
          <a:bodyPr/>
          <a:lstStyle>
            <a:lvl1pPr>
              <a:defRPr/>
            </a:lvl1pPr>
          </a:lstStyle>
          <a:p>
            <a:r>
              <a:rPr lang="en-GB"/>
              <a:t>Table of contents</a:t>
            </a:r>
          </a:p>
        </p:txBody>
      </p:sp>
      <p:sp>
        <p:nvSpPr>
          <p:cNvPr id="10" name="Textplatzhalter 9"/>
          <p:cNvSpPr>
            <a:spLocks noGrp="1"/>
          </p:cNvSpPr>
          <p:nvPr>
            <p:ph type="body" sz="quarter" idx="15" hasCustomPrompt="1"/>
          </p:nvPr>
        </p:nvSpPr>
        <p:spPr bwMode="gray">
          <a:xfrm>
            <a:off x="2351584" y="1773237"/>
            <a:ext cx="4032000" cy="4464075"/>
          </a:xfr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gray">
          <a:xfrm>
            <a:off x="7536608" y="1773237"/>
            <a:ext cx="4032000" cy="4464075"/>
          </a:xfr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Tree>
    <p:extLst>
      <p:ext uri="{BB962C8B-B14F-4D97-AF65-F5344CB8AC3E}">
        <p14:creationId xmlns:p14="http://schemas.microsoft.com/office/powerpoint/2010/main" val="287857144"/>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8" pos="4021" userDrawn="1">
          <p15:clr>
            <a:srgbClr val="5ACBF0"/>
          </p15:clr>
        </p15:guide>
        <p15:guide id="9" pos="393"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9" name="Text Placeholder 8">
            <a:extLst>
              <a:ext uri="{FF2B5EF4-FFF2-40B4-BE49-F238E27FC236}">
                <a16:creationId xmlns:a16="http://schemas.microsoft.com/office/drawing/2014/main" id="{821221DD-91C5-CDA2-3A9D-3DDCD14364FD}"/>
              </a:ext>
            </a:extLst>
          </p:cNvPr>
          <p:cNvSpPr>
            <a:spLocks noGrp="1"/>
          </p:cNvSpPr>
          <p:nvPr>
            <p:ph type="body" sz="quarter" idx="13" hasCustomPrompt="1"/>
          </p:nvPr>
        </p:nvSpPr>
        <p:spPr>
          <a:xfrm>
            <a:off x="631852" y="1772816"/>
            <a:ext cx="5183999" cy="504056"/>
          </a:xfrm>
        </p:spPr>
        <p:txBody>
          <a:bodyPr lIns="18000" anchor="b"/>
          <a:lstStyle>
            <a:lvl1pPr marL="0" indent="0">
              <a:spcBef>
                <a:spcPts val="0"/>
              </a:spcBef>
              <a:spcAft>
                <a:spcPts val="0"/>
              </a:spcAft>
              <a:buFont typeface="Arial" panose="020B0604020202020204" pitchFamily="34" charset="0"/>
              <a:buNone/>
              <a:defRPr sz="1800">
                <a:latin typeface="Onest Medium" pitchFamily="2" charset="0"/>
              </a:defRPr>
            </a:lvl1pPr>
            <a:lvl2pPr marL="0" indent="0">
              <a:spcBef>
                <a:spcPts val="0"/>
              </a:spcBef>
              <a:spcAft>
                <a:spcPts val="0"/>
              </a:spcAft>
              <a:buFont typeface="Arial" panose="020B0604020202020204" pitchFamily="34" charset="0"/>
              <a:buNone/>
              <a:defRPr sz="1800">
                <a:latin typeface="Onest Medium" pitchFamily="2" charset="0"/>
              </a:defRPr>
            </a:lvl2pPr>
            <a:lvl3pPr marL="0" indent="0">
              <a:spcBef>
                <a:spcPts val="0"/>
              </a:spcBef>
              <a:spcAft>
                <a:spcPts val="0"/>
              </a:spcAft>
              <a:buNone/>
              <a:defRPr sz="1800">
                <a:latin typeface="Onest Medium" pitchFamily="2" charset="0"/>
              </a:defRPr>
            </a:lvl3pPr>
            <a:lvl4pPr marL="0" indent="0">
              <a:spcBef>
                <a:spcPts val="0"/>
              </a:spcBef>
              <a:spcAft>
                <a:spcPts val="0"/>
              </a:spcAft>
              <a:buNone/>
              <a:defRPr sz="1800">
                <a:latin typeface="Onest Medium" pitchFamily="2" charset="0"/>
              </a:defRPr>
            </a:lvl4pPr>
            <a:lvl5pPr marL="0" indent="0">
              <a:spcBef>
                <a:spcPts val="0"/>
              </a:spcBef>
              <a:spcAft>
                <a:spcPts val="0"/>
              </a:spcAft>
              <a:buFont typeface="Arial" panose="020B0604020202020204" pitchFamily="34" charset="0"/>
              <a:buNone/>
              <a:defRPr sz="1800">
                <a:latin typeface="Onest Medium" pitchFamily="2" charset="0"/>
              </a:defRPr>
            </a:lvl5pPr>
            <a:lvl6pPr marL="0" indent="0">
              <a:spcBef>
                <a:spcPts val="0"/>
              </a:spcBef>
              <a:spcAft>
                <a:spcPts val="0"/>
              </a:spcAft>
              <a:buFont typeface="Arial" panose="020B0604020202020204" pitchFamily="34" charset="0"/>
              <a:buNone/>
              <a:defRPr sz="1800">
                <a:latin typeface="Onest Medium" pitchFamily="2" charset="0"/>
              </a:defRPr>
            </a:lvl6pPr>
            <a:lvl7pPr marL="0" indent="0">
              <a:spcBef>
                <a:spcPts val="0"/>
              </a:spcBef>
              <a:spcAft>
                <a:spcPts val="0"/>
              </a:spcAft>
              <a:buNone/>
              <a:defRPr sz="1800">
                <a:latin typeface="Onest Medium" pitchFamily="2" charset="0"/>
              </a:defRPr>
            </a:lvl7pPr>
            <a:lvl8pPr marL="0" indent="0">
              <a:spcBef>
                <a:spcPts val="0"/>
              </a:spcBef>
              <a:spcAft>
                <a:spcPts val="0"/>
              </a:spcAft>
              <a:buNone/>
              <a:defRPr sz="1800">
                <a:latin typeface="Onest Medium" pitchFamily="2" charset="0"/>
              </a:defRPr>
            </a:lvl8pPr>
            <a:lvl9pPr marL="0" indent="0">
              <a:spcBef>
                <a:spcPts val="0"/>
              </a:spcBef>
              <a:spcAft>
                <a:spcPts val="0"/>
              </a:spcAft>
              <a:buNone/>
              <a:defRPr sz="1800">
                <a:latin typeface="Onest Medium" pitchFamily="2" charset="0"/>
              </a:defRPr>
            </a:lvl9pPr>
          </a:lstStyle>
          <a:p>
            <a:pPr lvl="0"/>
            <a:r>
              <a:rPr lang="en-GB"/>
              <a:t>Chapter 0X.</a:t>
            </a:r>
          </a:p>
        </p:txBody>
      </p:sp>
      <p:sp>
        <p:nvSpPr>
          <p:cNvPr id="2" name="Titel 1"/>
          <p:cNvSpPr>
            <a:spLocks noGrp="1"/>
          </p:cNvSpPr>
          <p:nvPr>
            <p:ph type="title" hasCustomPrompt="1"/>
          </p:nvPr>
        </p:nvSpPr>
        <p:spPr bwMode="gray">
          <a:xfrm>
            <a:off x="631852" y="2348880"/>
            <a:ext cx="5184000" cy="1223936"/>
          </a:xfrm>
        </p:spPr>
        <p:txBody>
          <a:bodyPr anchor="t"/>
          <a:lstStyle>
            <a:lvl1pPr>
              <a:defRPr sz="4000">
                <a:solidFill>
                  <a:schemeClr val="tx1"/>
                </a:solidFill>
              </a:defRPr>
            </a:lvl1pPr>
          </a:lstStyle>
          <a:p>
            <a:r>
              <a:rPr lang="en-GB"/>
              <a:t>Chapter title</a:t>
            </a:r>
          </a:p>
        </p:txBody>
      </p:sp>
      <p:pic>
        <p:nvPicPr>
          <p:cNvPr id="7" name="Graphic 6">
            <a:extLst>
              <a:ext uri="{FF2B5EF4-FFF2-40B4-BE49-F238E27FC236}">
                <a16:creationId xmlns:a16="http://schemas.microsoft.com/office/drawing/2014/main" id="{107BA4A2-8208-6854-102F-3D7D527297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1" r="50035" b="50031"/>
          <a:stretch/>
        </p:blipFill>
        <p:spPr>
          <a:xfrm>
            <a:off x="6363496" y="1028962"/>
            <a:ext cx="5828504" cy="5829038"/>
          </a:xfrm>
          <a:prstGeom prst="rect">
            <a:avLst/>
          </a:prstGeom>
        </p:spPr>
      </p:pic>
    </p:spTree>
    <p:extLst>
      <p:ext uri="{BB962C8B-B14F-4D97-AF65-F5344CB8AC3E}">
        <p14:creationId xmlns:p14="http://schemas.microsoft.com/office/powerpoint/2010/main" val="29273565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Picture">
    <p:bg>
      <p:bgPr>
        <a:solidFill>
          <a:schemeClr val="tx2"/>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58AB73F0-BBD8-5C26-BE7A-C600237E07E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lvl1pPr>
              <a:defRPr>
                <a:solidFill>
                  <a:srgbClr val="FFFFFF"/>
                </a:solidFill>
              </a:defRPr>
            </a:lvl1pPr>
          </a:lstStyle>
          <a:p>
            <a:fld id="{8FF9B0DE-3FEB-4AA0-B465-B80EF7C1333D}" type="slidenum">
              <a:rPr lang="en-GB" smtClean="0"/>
              <a:pPr/>
              <a:t>‹#›</a:t>
            </a:fld>
            <a:endParaRPr lang="en-GB"/>
          </a:p>
        </p:txBody>
      </p:sp>
      <p:sp>
        <p:nvSpPr>
          <p:cNvPr id="4" name="Text Placeholder 8">
            <a:extLst>
              <a:ext uri="{FF2B5EF4-FFF2-40B4-BE49-F238E27FC236}">
                <a16:creationId xmlns:a16="http://schemas.microsoft.com/office/drawing/2014/main" id="{31FD4F7B-75D0-34AB-50E8-00F67617E16C}"/>
              </a:ext>
            </a:extLst>
          </p:cNvPr>
          <p:cNvSpPr>
            <a:spLocks noGrp="1"/>
          </p:cNvSpPr>
          <p:nvPr>
            <p:ph type="body" sz="quarter" idx="15" hasCustomPrompt="1"/>
          </p:nvPr>
        </p:nvSpPr>
        <p:spPr>
          <a:xfrm>
            <a:off x="631852" y="1772816"/>
            <a:ext cx="5183999" cy="504056"/>
          </a:xfrm>
        </p:spPr>
        <p:txBody>
          <a:bodyPr lIns="18000" anchor="b"/>
          <a:lstStyle>
            <a:lvl1pPr marL="0" indent="0">
              <a:spcBef>
                <a:spcPts val="0"/>
              </a:spcBef>
              <a:spcAft>
                <a:spcPts val="0"/>
              </a:spcAft>
              <a:buFont typeface="Arial" panose="020B0604020202020204" pitchFamily="34" charset="0"/>
              <a:buNone/>
              <a:defRPr sz="18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800">
                <a:solidFill>
                  <a:schemeClr val="tx1"/>
                </a:solidFill>
                <a:latin typeface="Onest Medium" pitchFamily="2" charset="0"/>
              </a:defRPr>
            </a:lvl2pPr>
            <a:lvl3pPr marL="0" indent="0">
              <a:spcBef>
                <a:spcPts val="0"/>
              </a:spcBef>
              <a:spcAft>
                <a:spcPts val="0"/>
              </a:spcAft>
              <a:buNone/>
              <a:defRPr sz="1800">
                <a:solidFill>
                  <a:schemeClr val="tx1"/>
                </a:solidFill>
                <a:latin typeface="Onest Medium" pitchFamily="2" charset="0"/>
              </a:defRPr>
            </a:lvl3pPr>
            <a:lvl4pPr marL="0" indent="0">
              <a:spcBef>
                <a:spcPts val="0"/>
              </a:spcBef>
              <a:spcAft>
                <a:spcPts val="0"/>
              </a:spcAft>
              <a:buNone/>
              <a:defRPr sz="18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8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800">
                <a:solidFill>
                  <a:schemeClr val="tx1"/>
                </a:solidFill>
                <a:latin typeface="Onest Medium" pitchFamily="2" charset="0"/>
              </a:defRPr>
            </a:lvl6pPr>
            <a:lvl7pPr marL="0" indent="0">
              <a:spcBef>
                <a:spcPts val="0"/>
              </a:spcBef>
              <a:spcAft>
                <a:spcPts val="0"/>
              </a:spcAft>
              <a:buNone/>
              <a:defRPr sz="1800">
                <a:solidFill>
                  <a:schemeClr val="tx1"/>
                </a:solidFill>
                <a:latin typeface="Onest Medium" pitchFamily="2" charset="0"/>
              </a:defRPr>
            </a:lvl7pPr>
            <a:lvl8pPr marL="0" indent="0">
              <a:spcBef>
                <a:spcPts val="0"/>
              </a:spcBef>
              <a:spcAft>
                <a:spcPts val="0"/>
              </a:spcAft>
              <a:buNone/>
              <a:defRPr sz="1800">
                <a:solidFill>
                  <a:schemeClr val="tx1"/>
                </a:solidFill>
                <a:latin typeface="Onest Medium" pitchFamily="2" charset="0"/>
              </a:defRPr>
            </a:lvl8pPr>
            <a:lvl9pPr marL="0" indent="0">
              <a:spcBef>
                <a:spcPts val="0"/>
              </a:spcBef>
              <a:spcAft>
                <a:spcPts val="0"/>
              </a:spcAft>
              <a:buNone/>
              <a:defRPr sz="1800">
                <a:solidFill>
                  <a:schemeClr val="tx1"/>
                </a:solidFill>
                <a:latin typeface="Onest Medium" pitchFamily="2" charset="0"/>
              </a:defRPr>
            </a:lvl9pPr>
          </a:lstStyle>
          <a:p>
            <a:pPr lvl="0"/>
            <a:r>
              <a:rPr lang="en-GB"/>
              <a:t>Chapter 0X.</a:t>
            </a:r>
          </a:p>
        </p:txBody>
      </p:sp>
      <p:sp>
        <p:nvSpPr>
          <p:cNvPr id="3" name="Titel 1">
            <a:extLst>
              <a:ext uri="{FF2B5EF4-FFF2-40B4-BE49-F238E27FC236}">
                <a16:creationId xmlns:a16="http://schemas.microsoft.com/office/drawing/2014/main" id="{3B662CD1-20A7-7FCF-36B6-8F04E80142EE}"/>
              </a:ext>
            </a:extLst>
          </p:cNvPr>
          <p:cNvSpPr>
            <a:spLocks noGrp="1"/>
          </p:cNvSpPr>
          <p:nvPr>
            <p:ph type="title" hasCustomPrompt="1"/>
          </p:nvPr>
        </p:nvSpPr>
        <p:spPr bwMode="gray">
          <a:xfrm>
            <a:off x="631852" y="2348880"/>
            <a:ext cx="5184000" cy="1223936"/>
          </a:xfrm>
        </p:spPr>
        <p:txBody>
          <a:bodyPr anchor="t"/>
          <a:lstStyle>
            <a:lvl1pPr>
              <a:defRPr sz="4000">
                <a:solidFill>
                  <a:schemeClr val="tx1"/>
                </a:solidFill>
              </a:defRPr>
            </a:lvl1pPr>
          </a:lstStyle>
          <a:p>
            <a:r>
              <a:rPr lang="en-GB"/>
              <a:t>Chapter title</a:t>
            </a:r>
          </a:p>
        </p:txBody>
      </p:sp>
      <p:sp>
        <p:nvSpPr>
          <p:cNvPr id="7" name="Date Placeholder 3">
            <a:extLst>
              <a:ext uri="{FF2B5EF4-FFF2-40B4-BE49-F238E27FC236}">
                <a16:creationId xmlns:a16="http://schemas.microsoft.com/office/drawing/2014/main" id="{0FC2E49D-109D-F674-5122-39F1FB9101C6}"/>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
        <p:nvSpPr>
          <p:cNvPr id="14" name="Text Placeholder 13">
            <a:extLst>
              <a:ext uri="{FF2B5EF4-FFF2-40B4-BE49-F238E27FC236}">
                <a16:creationId xmlns:a16="http://schemas.microsoft.com/office/drawing/2014/main" id="{FC2139AD-2954-FBFD-3079-17BBEB9E2E8D}"/>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r>
              <a:rPr lang="en-US"/>
              <a:t>Click to edit Master text styles</a:t>
            </a:r>
          </a:p>
        </p:txBody>
      </p:sp>
    </p:spTree>
    <p:extLst>
      <p:ext uri="{BB962C8B-B14F-4D97-AF65-F5344CB8AC3E}">
        <p14:creationId xmlns:p14="http://schemas.microsoft.com/office/powerpoint/2010/main" val="432964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10944224"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gray">
          <a:xfrm>
            <a:off x="623872" y="1773237"/>
            <a:ext cx="10944224"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2" name="Subtitle 2">
            <a:extLst>
              <a:ext uri="{FF2B5EF4-FFF2-40B4-BE49-F238E27FC236}">
                <a16:creationId xmlns:a16="http://schemas.microsoft.com/office/drawing/2014/main" id="{A3B03897-3806-F68F-6FD7-904E56AC4C6B}"/>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7649011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 Margi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EF220C-C7CD-76AD-9FC1-A0856AB0E267}"/>
              </a:ext>
              <a:ext uri="{C183D7F6-B498-43B3-948B-1728B52AA6E4}">
                <adec:decorative xmlns:adec="http://schemas.microsoft.com/office/drawing/2017/decorative" val="1"/>
              </a:ext>
            </a:extLst>
          </p:cNvPr>
          <p:cNvSpPr/>
          <p:nvPr userDrawn="1"/>
        </p:nvSpPr>
        <p:spPr bwMode="gray">
          <a:xfrm>
            <a:off x="8112125" y="0"/>
            <a:ext cx="4079875" cy="6858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625397">
              <a:lnSpc>
                <a:spcPct val="130000"/>
              </a:lnSpc>
              <a:spcBef>
                <a:spcPts val="200"/>
              </a:spcBef>
              <a:spcAft>
                <a:spcPts val="200"/>
              </a:spcAft>
            </a:pPr>
            <a:endParaRPr lang="en-GB" sz="1200">
              <a:solidFill>
                <a:schemeClr val="tx1"/>
              </a:solidFill>
            </a:endParaRPr>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6911975"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gray">
          <a:xfrm>
            <a:off x="623872" y="1773238"/>
            <a:ext cx="6911991"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8688388" y="1773238"/>
            <a:ext cx="2879725" cy="4464050"/>
          </a:xfrm>
        </p:spPr>
        <p:txBody>
          <a:bodyPr/>
          <a:lstStyle>
            <a:lvl1pPr>
              <a:spcBef>
                <a:spcPts val="200"/>
              </a:spcBef>
              <a:spcAft>
                <a:spcPts val="200"/>
              </a:spcAft>
              <a:defRPr sz="1000"/>
            </a:lvl1pPr>
            <a:lvl2pPr>
              <a:spcBef>
                <a:spcPts val="1200"/>
              </a:spcBef>
              <a:spcAft>
                <a:spcPts val="200"/>
              </a:spcAft>
              <a:defRPr sz="1400"/>
            </a:lvl2pPr>
            <a:lvl3pPr marL="108000" indent="-108000">
              <a:spcBef>
                <a:spcPts val="200"/>
              </a:spcBef>
              <a:spcAft>
                <a:spcPts val="200"/>
              </a:spcAft>
              <a:defRPr sz="1000"/>
            </a:lvl3pPr>
            <a:lvl4pPr marL="216000" indent="-108000">
              <a:spcBef>
                <a:spcPts val="200"/>
              </a:spcBef>
              <a:spcAft>
                <a:spcPts val="200"/>
              </a:spcAft>
              <a:defRPr sz="1000"/>
            </a:lvl4pPr>
            <a:lvl5pPr marL="324000" indent="-108000">
              <a:spcBef>
                <a:spcPts val="200"/>
              </a:spcBef>
              <a:spcAft>
                <a:spcPts val="200"/>
              </a:spcAft>
              <a:defRPr sz="1000"/>
            </a:lvl5pPr>
            <a:lvl6pPr>
              <a:defRPr sz="1000"/>
            </a:lvl6pPr>
            <a:lvl7pPr marL="0">
              <a:defRPr sz="1400"/>
            </a:lvl7pPr>
            <a:lvl8pPr marL="108000">
              <a:defRPr sz="1000"/>
            </a:lvl8pPr>
            <a:lvl9pPr marL="216000">
              <a:defRPr sz="1000"/>
            </a:lvl9pPr>
          </a:lstStyle>
          <a:p>
            <a:pPr lvl="0"/>
            <a:r>
              <a:rPr lang="en-GB"/>
              <a:t>First list level: body text in 10 pt (Please use the "Increase/Decrease List Level" buttons on the “Home" tab to switch between the predefined text formats.) </a:t>
            </a:r>
          </a:p>
          <a:p>
            <a:pPr lvl="1"/>
            <a:r>
              <a:rPr lang="en-GB"/>
              <a:t>2nd level, subheading in 14 pt</a:t>
            </a:r>
          </a:p>
          <a:p>
            <a:pPr lvl="2"/>
            <a:r>
              <a:rPr lang="en-GB"/>
              <a:t>3rd level, 1. bullet list in 10 pt</a:t>
            </a:r>
          </a:p>
          <a:p>
            <a:pPr lvl="3"/>
            <a:r>
              <a:rPr lang="en-GB"/>
              <a:t>4th level, 2. bullet list in 10 pt</a:t>
            </a:r>
          </a:p>
          <a:p>
            <a:pPr lvl="4"/>
            <a:r>
              <a:rPr lang="en-GB"/>
              <a:t>5th level, 3. bullet list in 10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7" name="TextBox 6">
            <a:extLst>
              <a:ext uri="{FF2B5EF4-FFF2-40B4-BE49-F238E27FC236}">
                <a16:creationId xmlns:a16="http://schemas.microsoft.com/office/drawing/2014/main" id="{887251B3-800C-C616-EE4B-00036F8126AA}"/>
              </a:ext>
              <a:ext uri="{C183D7F6-B498-43B3-948B-1728B52AA6E4}">
                <adec:decorative xmlns:adec="http://schemas.microsoft.com/office/drawing/2017/decorative" val="1"/>
              </a:ext>
            </a:extLst>
          </p:cNvPr>
          <p:cNvSpPr txBox="1"/>
          <p:nvPr userDrawn="1"/>
        </p:nvSpPr>
        <p:spPr bwMode="gray">
          <a:xfrm>
            <a:off x="8688388" y="6525360"/>
            <a:ext cx="2303964" cy="144000"/>
          </a:xfrm>
          <a:prstGeom prst="rect">
            <a:avLst/>
          </a:prstGeom>
          <a:noFill/>
        </p:spPr>
        <p:txBody>
          <a:bodyPr wrap="square" lIns="0" tIns="0" rIns="0" bIns="0" rtlCol="0" anchor="ctr">
            <a:noAutofit/>
          </a:bodyPr>
          <a:lstStyle/>
          <a:p>
            <a:pPr algn="r">
              <a:spcBef>
                <a:spcPts val="200"/>
              </a:spcBef>
              <a:spcAft>
                <a:spcPts val="200"/>
              </a:spcAft>
            </a:pPr>
            <a:r>
              <a:rPr lang="en-US" sz="700">
                <a:solidFill>
                  <a:srgbClr val="8F8F8B"/>
                </a:solidFill>
                <a:latin typeface="Onest" pitchFamily="2" charset="0"/>
              </a:rPr>
              <a:t>© </a:t>
            </a:r>
            <a:fld id="{65AA3366-D36B-409F-9579-6FB93E52943B}" type="datetimeyyyy">
              <a:rPr lang="en-US" sz="700" smtClean="0">
                <a:solidFill>
                  <a:srgbClr val="8F8F8B"/>
                </a:solidFill>
                <a:latin typeface="Onest" pitchFamily="2" charset="0"/>
              </a:rPr>
              <a:t>2026</a:t>
            </a:fld>
            <a:r>
              <a:rPr lang="en-US" sz="700">
                <a:solidFill>
                  <a:srgbClr val="8F8F8B"/>
                </a:solidFill>
                <a:latin typeface="Onest" pitchFamily="2" charset="0"/>
              </a:rPr>
              <a:t> BlackBerry Limited. All rights reserved.</a:t>
            </a:r>
          </a:p>
        </p:txBody>
      </p:sp>
      <p:sp>
        <p:nvSpPr>
          <p:cNvPr id="4" name="Subtitle 2">
            <a:extLst>
              <a:ext uri="{FF2B5EF4-FFF2-40B4-BE49-F238E27FC236}">
                <a16:creationId xmlns:a16="http://schemas.microsoft.com/office/drawing/2014/main" id="{E23073BE-1E83-1BD0-5242-99848334803A}"/>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cxnSp>
        <p:nvCxnSpPr>
          <p:cNvPr id="8" name="Straight Connector 7">
            <a:extLst>
              <a:ext uri="{FF2B5EF4-FFF2-40B4-BE49-F238E27FC236}">
                <a16:creationId xmlns:a16="http://schemas.microsoft.com/office/drawing/2014/main" id="{81D1CE6E-D607-1A05-429F-E791D9E66704}"/>
              </a:ext>
              <a:ext uri="{C183D7F6-B498-43B3-948B-1728B52AA6E4}">
                <adec:decorative xmlns:adec="http://schemas.microsoft.com/office/drawing/2017/decorative" val="1"/>
              </a:ext>
            </a:extLst>
          </p:cNvPr>
          <p:cNvCxnSpPr>
            <a:cxnSpLocks/>
          </p:cNvCxnSpPr>
          <p:nvPr userDrawn="1"/>
        </p:nvCxnSpPr>
        <p:spPr bwMode="ltGray">
          <a:xfrm>
            <a:off x="8112224" y="1773238"/>
            <a:ext cx="0" cy="4469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9" name="Logo">
            <a:extLst>
              <a:ext uri="{FF2B5EF4-FFF2-40B4-BE49-F238E27FC236}">
                <a16:creationId xmlns:a16="http://schemas.microsoft.com/office/drawing/2014/main" id="{A6D92AC3-90E1-30AB-3D66-CED09E8EC34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2755087783"/>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orient="horz" pos="1117" userDrawn="1">
          <p15:clr>
            <a:srgbClr val="5ACBF0"/>
          </p15:clr>
        </p15:guide>
        <p15:guide id="4" orient="horz" pos="391" userDrawn="1">
          <p15:clr>
            <a:srgbClr val="5ACBF0"/>
          </p15:clr>
        </p15:guide>
        <p15:guide id="5" pos="7287" userDrawn="1">
          <p15:clr>
            <a:srgbClr val="5ACBF0"/>
          </p15:clr>
        </p15:guide>
        <p15:guide id="6" pos="5473" userDrawn="1">
          <p15:clr>
            <a:srgbClr val="5ACBF0"/>
          </p15:clr>
        </p15:guide>
        <p15:guide id="7" pos="4747"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8"/>
            <a:ext cx="5184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6383338" y="1773238"/>
            <a:ext cx="5184775"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04E22620-C5EB-723D-2103-12C2232EDA02}"/>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831577900"/>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pos="4021" userDrawn="1">
          <p15:clr>
            <a:srgbClr val="5ACBF0"/>
          </p15:clr>
        </p15:guide>
        <p15:guide id="5" pos="3659" userDrawn="1">
          <p15:clr>
            <a:srgbClr val="5ACBF0"/>
          </p15:clr>
        </p15:guide>
        <p15:guide id="6" orient="horz" pos="391" userDrawn="1">
          <p15:clr>
            <a:srgbClr val="5ACBF0"/>
          </p15:clr>
        </p15:guide>
        <p15:guide id="7" orient="horz" pos="3929"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7"/>
            <a:ext cx="3240000"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4476240" y="1773238"/>
            <a:ext cx="3240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gray">
          <a:xfrm>
            <a:off x="8328608" y="1773238"/>
            <a:ext cx="3240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31E0CD1D-FE11-E070-9C4E-136B507BEEA5}"/>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7090783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434" userDrawn="1">
          <p15:clr>
            <a:srgbClr val="5ACBF0"/>
          </p15:clr>
        </p15:guide>
        <p15:guide id="7" pos="2820" userDrawn="1">
          <p15:clr>
            <a:srgbClr val="5ACBF0"/>
          </p15:clr>
        </p15:guide>
        <p15:guide id="8" pos="4861" userDrawn="1">
          <p15:clr>
            <a:srgbClr val="5ACBF0"/>
          </p15:clr>
        </p15:guide>
        <p15:guide id="9" pos="5246"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7"/>
            <a:ext cx="2304000" cy="4464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gray">
          <a:xfrm>
            <a:off x="3503712"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gray">
          <a:xfrm>
            <a:off x="6384032"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9" name="Inhaltsplatzhalter 3">
            <a:extLst>
              <a:ext uri="{FF2B5EF4-FFF2-40B4-BE49-F238E27FC236}">
                <a16:creationId xmlns:a16="http://schemas.microsoft.com/office/drawing/2014/main" id="{8FA3A1E1-08E1-874A-0A45-58B204B3C890}"/>
              </a:ext>
            </a:extLst>
          </p:cNvPr>
          <p:cNvSpPr>
            <a:spLocks noGrp="1"/>
          </p:cNvSpPr>
          <p:nvPr>
            <p:ph sz="half" idx="16" hasCustomPrompt="1"/>
          </p:nvPr>
        </p:nvSpPr>
        <p:spPr bwMode="gray">
          <a:xfrm>
            <a:off x="9263118" y="1773238"/>
            <a:ext cx="2304000" cy="4464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B4D27B05-6A39-67F6-27D2-3552819ABC64}"/>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71288286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1844" userDrawn="1">
          <p15:clr>
            <a:srgbClr val="5ACBF0"/>
          </p15:clr>
        </p15:guide>
        <p15:guide id="7" pos="2207" userDrawn="1">
          <p15:clr>
            <a:srgbClr val="5ACBF0"/>
          </p15:clr>
        </p15:guide>
        <p15:guide id="8" pos="3659" userDrawn="1">
          <p15:clr>
            <a:srgbClr val="5ACBF0"/>
          </p15:clr>
        </p15:guide>
        <p15:guide id="9" pos="5473" userDrawn="1">
          <p15:clr>
            <a:srgbClr val="5ACBF0"/>
          </p15:clr>
        </p15:guide>
        <p15:guide id="11" pos="4021" userDrawn="1">
          <p15:clr>
            <a:srgbClr val="5ACBF0"/>
          </p15:clr>
        </p15:guide>
        <p15:guide id="12" pos="5836"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ntent | Picture Righ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23872" y="1773238"/>
            <a:ext cx="3456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5232400" y="1773238"/>
            <a:ext cx="6335713" cy="446405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1E0BBA77-A61C-80AF-78D9-8C02CD3C0351}"/>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604280"/>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570" userDrawn="1">
          <p15:clr>
            <a:srgbClr val="5ACBF0"/>
          </p15:clr>
        </p15:guide>
        <p15:guide id="7" pos="3296"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ntent | Picture Lef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959600" y="620687"/>
            <a:ext cx="4608512" cy="504000"/>
          </a:xfrm>
        </p:spPr>
        <p:txBody>
          <a:bodyPr/>
          <a:lstStyle>
            <a:lvl1pPr>
              <a:defRPr/>
            </a:lvl1pPr>
          </a:lstStyle>
          <a:p>
            <a:r>
              <a:rPr lang="en-GB"/>
              <a:t>Title of the slide</a:t>
            </a:r>
          </a:p>
        </p:txBody>
      </p:sp>
      <p:sp>
        <p:nvSpPr>
          <p:cNvPr id="3" name="Inhaltsplatzhalter 2"/>
          <p:cNvSpPr>
            <a:spLocks noGrp="1"/>
          </p:cNvSpPr>
          <p:nvPr>
            <p:ph sz="half" idx="1" hasCustomPrompt="1"/>
          </p:nvPr>
        </p:nvSpPr>
        <p:spPr bwMode="gray">
          <a:xfrm>
            <a:off x="6960096" y="1773238"/>
            <a:ext cx="4608000" cy="446405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623392" y="620713"/>
            <a:ext cx="5184000" cy="5616575"/>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A1F83972-D57B-2393-82D2-6CA362BB7109}"/>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4022514049"/>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3659" userDrawn="1">
          <p15:clr>
            <a:srgbClr val="5ACBF0"/>
          </p15:clr>
        </p15:guide>
        <p15:guide id="7" pos="438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Picture">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Bildplatzhalter 8">
            <a:extLst>
              <a:ext uri="{FF2B5EF4-FFF2-40B4-BE49-F238E27FC236}">
                <a16:creationId xmlns:a16="http://schemas.microsoft.com/office/drawing/2014/main" id="{41177C3D-1294-DFF4-E6B0-1F16699BF2C0}"/>
              </a:ext>
            </a:extLst>
          </p:cNvPr>
          <p:cNvSpPr>
            <a:spLocks noGrp="1"/>
          </p:cNvSpPr>
          <p:nvPr>
            <p:ph type="pic" sz="quarter" idx="13"/>
          </p:nvPr>
        </p:nvSpPr>
        <p:spPr bwMode="gray">
          <a:xfrm>
            <a:off x="623872" y="1773238"/>
            <a:ext cx="10944241" cy="446405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5" name="Subtitle 2">
            <a:extLst>
              <a:ext uri="{FF2B5EF4-FFF2-40B4-BE49-F238E27FC236}">
                <a16:creationId xmlns:a16="http://schemas.microsoft.com/office/drawing/2014/main" id="{FCF619C6-A2E4-8B7D-3EB4-FAFDB97CAB60}"/>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1507138049"/>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orient="horz" pos="392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9326953-2E70-0688-8FC9-8BB3D6019A24}"/>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lang="en-US" smtClean="0">
                <a:noFill/>
              </a:defRPr>
            </a:lvl1pPr>
          </a:lstStyle>
          <a:p>
            <a:r>
              <a:rPr lang="en-GB"/>
              <a:t>CONFIDENTIAL – SHARED UNDER NDA. DO NOT FORWARD.</a:t>
            </a:r>
          </a:p>
        </p:txBody>
      </p:sp>
      <p:sp>
        <p:nvSpPr>
          <p:cNvPr id="7" name="Foliennummernplatzhalter 6"/>
          <p:cNvSpPr>
            <a:spLocks noGrp="1"/>
          </p:cNvSpPr>
          <p:nvPr>
            <p:ph type="sldNum" sz="quarter" idx="12"/>
          </p:nvPr>
        </p:nvSpPr>
        <p:spPr bwMode="gray">
          <a:xfrm>
            <a:off x="11208112" y="6525360"/>
            <a:ext cx="360000" cy="144000"/>
          </a:xfrm>
        </p:spPr>
        <p:txBody>
          <a:bodyPr/>
          <a:lstStyle>
            <a:lvl1pPr>
              <a:defRPr>
                <a:noFill/>
              </a:defRPr>
            </a:lvl1pPr>
          </a:lstStyle>
          <a:p>
            <a:fld id="{8FF9B0DE-3FEB-4AA0-B465-B80EF7C1333D}" type="slidenum">
              <a:rPr lang="en-GB" smtClean="0"/>
              <a:pPr/>
              <a:t>‹#›</a:t>
            </a:fld>
            <a:endParaRPr lang="en-GB"/>
          </a:p>
        </p:txBody>
      </p:sp>
      <p:sp>
        <p:nvSpPr>
          <p:cNvPr id="3" name="Callout: Line 2">
            <a:extLst>
              <a:ext uri="{FF2B5EF4-FFF2-40B4-BE49-F238E27FC236}">
                <a16:creationId xmlns:a16="http://schemas.microsoft.com/office/drawing/2014/main" id="{60375E9F-1DDA-9293-C3FF-E9BF48405967}"/>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18" name="Picture Placeholder 17">
            <a:extLst>
              <a:ext uri="{FF2B5EF4-FFF2-40B4-BE49-F238E27FC236}">
                <a16:creationId xmlns:a16="http://schemas.microsoft.com/office/drawing/2014/main" id="{B8DF295D-CB11-A4FB-5F5E-834306A9FA83}"/>
              </a:ext>
            </a:extLst>
          </p:cNvPr>
          <p:cNvSpPr>
            <a:spLocks noGrp="1"/>
          </p:cNvSpPr>
          <p:nvPr>
            <p:ph type="pic" sz="quarter" idx="13"/>
          </p:nvPr>
        </p:nvSpPr>
        <p:spPr bwMode="gray">
          <a:xfrm>
            <a:off x="0" y="0"/>
            <a:ext cx="12192000" cy="6858001"/>
          </a:xfrm>
          <a:prstGeom prst="rect">
            <a:avLst/>
          </a:pr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16" name="Title 15">
            <a:extLst>
              <a:ext uri="{FF2B5EF4-FFF2-40B4-BE49-F238E27FC236}">
                <a16:creationId xmlns:a16="http://schemas.microsoft.com/office/drawing/2014/main" id="{28C77865-6467-D50F-9DCF-A6AAA413DF6A}"/>
              </a:ext>
            </a:extLst>
          </p:cNvPr>
          <p:cNvSpPr>
            <a:spLocks noGrp="1"/>
          </p:cNvSpPr>
          <p:nvPr>
            <p:ph type="title" hasCustomPrompt="1"/>
          </p:nvPr>
        </p:nvSpPr>
        <p:spPr>
          <a:xfrm>
            <a:off x="623888" y="4365312"/>
            <a:ext cx="5183984" cy="1872000"/>
          </a:xfrm>
          <a:noFill/>
        </p:spPr>
        <p:txBody>
          <a:bodyPr lIns="0" tIns="0" rIns="0" bIns="0" anchor="b"/>
          <a:lstStyle>
            <a:lvl1pPr>
              <a:defRPr lang="en-US" sz="4000" dirty="0">
                <a:solidFill>
                  <a:schemeClr val="tx1"/>
                </a:solidFill>
              </a:defRPr>
            </a:lvl1pPr>
          </a:lstStyle>
          <a:p>
            <a:r>
              <a:rPr lang="en-GB"/>
              <a:t>Add a message aligned to the left or right side</a:t>
            </a:r>
          </a:p>
        </p:txBody>
      </p:sp>
      <p:sp>
        <p:nvSpPr>
          <p:cNvPr id="9" name="Text Placeholder 13">
            <a:extLst>
              <a:ext uri="{FF2B5EF4-FFF2-40B4-BE49-F238E27FC236}">
                <a16:creationId xmlns:a16="http://schemas.microsoft.com/office/drawing/2014/main" id="{CE7A0F38-1378-F695-38F8-206336A8527D}"/>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bg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r>
              <a:rPr lang="en-US"/>
              <a:t>Click to edit Master text styles</a:t>
            </a:r>
          </a:p>
        </p:txBody>
      </p:sp>
    </p:spTree>
    <p:extLst>
      <p:ext uri="{BB962C8B-B14F-4D97-AF65-F5344CB8AC3E}">
        <p14:creationId xmlns:p14="http://schemas.microsoft.com/office/powerpoint/2010/main" val="16226357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93" userDrawn="1">
          <p15:clr>
            <a:srgbClr val="5ACBF0"/>
          </p15:clr>
        </p15:guide>
        <p15:guide id="4" orient="horz" pos="391" userDrawn="1">
          <p15:clr>
            <a:srgbClr val="5ACBF0"/>
          </p15:clr>
        </p15:guide>
        <p15:guide id="5" pos="7287" userDrawn="1">
          <p15:clr>
            <a:srgbClr val="5ACBF0"/>
          </p15:clr>
        </p15:guide>
        <p15:guide id="6" orient="horz" pos="3929"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888" y="1484784"/>
            <a:ext cx="6912000" cy="288000"/>
          </a:xfrm>
        </p:spPr>
        <p:txBody>
          <a:bodyPr anchor="b"/>
          <a:lstStyle>
            <a:lvl1pPr>
              <a:defRPr sz="1800"/>
            </a:lvl1pPr>
          </a:lstStyle>
          <a:p>
            <a:r>
              <a:rPr lang="en-GB"/>
              <a:t>Topic of statement</a:t>
            </a:r>
          </a:p>
        </p:txBody>
      </p:sp>
      <p:sp>
        <p:nvSpPr>
          <p:cNvPr id="6" name="Text Placeholder 5">
            <a:extLst>
              <a:ext uri="{FF2B5EF4-FFF2-40B4-BE49-F238E27FC236}">
                <a16:creationId xmlns:a16="http://schemas.microsoft.com/office/drawing/2014/main" id="{67E6804A-B557-0580-B9FF-6543B0B27020}"/>
              </a:ext>
            </a:extLst>
          </p:cNvPr>
          <p:cNvSpPr>
            <a:spLocks noGrp="1"/>
          </p:cNvSpPr>
          <p:nvPr>
            <p:ph type="body" sz="quarter" idx="16" hasCustomPrompt="1"/>
          </p:nvPr>
        </p:nvSpPr>
        <p:spPr>
          <a:xfrm>
            <a:off x="623888" y="2204864"/>
            <a:ext cx="6911975" cy="4032000"/>
          </a:xfrm>
        </p:spPr>
        <p:txBody>
          <a:bodyPr/>
          <a:lstStyle>
            <a:lvl1pPr marL="0" indent="0">
              <a:spcBef>
                <a:spcPts val="600"/>
              </a:spcBef>
              <a:spcAft>
                <a:spcPts val="600"/>
              </a:spcAft>
              <a:buFont typeface="Arial" panose="020B0604020202020204" pitchFamily="34" charset="0"/>
              <a:buNone/>
              <a:defRPr sz="3200">
                <a:latin typeface="+mn-lt"/>
              </a:defRPr>
            </a:lvl1pPr>
            <a:lvl2pPr marL="0" indent="0">
              <a:spcBef>
                <a:spcPts val="600"/>
              </a:spcBef>
              <a:spcAft>
                <a:spcPts val="600"/>
              </a:spcAft>
              <a:buFont typeface="Arial" panose="020B0604020202020204" pitchFamily="34" charset="0"/>
              <a:buNone/>
              <a:defRPr sz="3200">
                <a:latin typeface="+mn-lt"/>
              </a:defRPr>
            </a:lvl2pPr>
            <a:lvl3pPr marL="0" indent="0">
              <a:spcBef>
                <a:spcPts val="600"/>
              </a:spcBef>
              <a:spcAft>
                <a:spcPts val="600"/>
              </a:spcAft>
              <a:buNone/>
              <a:defRPr sz="3200">
                <a:latin typeface="+mn-lt"/>
              </a:defRPr>
            </a:lvl3pPr>
            <a:lvl4pPr marL="0" indent="0">
              <a:spcBef>
                <a:spcPts val="600"/>
              </a:spcBef>
              <a:spcAft>
                <a:spcPts val="600"/>
              </a:spcAft>
              <a:buNone/>
              <a:defRPr sz="3200">
                <a:latin typeface="+mn-lt"/>
              </a:defRPr>
            </a:lvl4pPr>
            <a:lvl5pPr marL="0" indent="0">
              <a:spcBef>
                <a:spcPts val="600"/>
              </a:spcBef>
              <a:spcAft>
                <a:spcPts val="600"/>
              </a:spcAft>
              <a:buFont typeface="Arial" panose="020B0604020202020204" pitchFamily="34" charset="0"/>
              <a:buNone/>
              <a:defRPr sz="3200">
                <a:latin typeface="+mn-lt"/>
              </a:defRPr>
            </a:lvl5pPr>
            <a:lvl6pPr marL="0" indent="0">
              <a:spcBef>
                <a:spcPts val="600"/>
              </a:spcBef>
              <a:spcAft>
                <a:spcPts val="600"/>
              </a:spcAft>
              <a:buFont typeface="Arial" panose="020B0604020202020204" pitchFamily="34" charset="0"/>
              <a:buNone/>
              <a:defRPr sz="3200">
                <a:latin typeface="+mn-lt"/>
              </a:defRPr>
            </a:lvl6pPr>
            <a:lvl7pPr marL="0" indent="0">
              <a:spcBef>
                <a:spcPts val="600"/>
              </a:spcBef>
              <a:spcAft>
                <a:spcPts val="600"/>
              </a:spcAft>
              <a:buNone/>
              <a:defRPr sz="3200">
                <a:latin typeface="+mn-lt"/>
              </a:defRPr>
            </a:lvl7pPr>
            <a:lvl8pPr marL="0" indent="0">
              <a:spcBef>
                <a:spcPts val="600"/>
              </a:spcBef>
              <a:spcAft>
                <a:spcPts val="600"/>
              </a:spcAft>
              <a:buNone/>
              <a:defRPr sz="3200">
                <a:latin typeface="+mn-lt"/>
              </a:defRPr>
            </a:lvl8pPr>
            <a:lvl9pPr marL="0" indent="0">
              <a:spcBef>
                <a:spcPts val="600"/>
              </a:spcBef>
              <a:spcAft>
                <a:spcPts val="600"/>
              </a:spcAft>
              <a:buNone/>
              <a:defRPr sz="3200">
                <a:latin typeface="+mn-lt"/>
              </a:defRPr>
            </a:lvl9pPr>
          </a:lstStyle>
          <a:p>
            <a:pPr lvl="0"/>
            <a:r>
              <a:rPr lang="en-GB"/>
              <a:t>Add an important statement</a:t>
            </a:r>
          </a:p>
          <a:p>
            <a:pPr lvl="1"/>
            <a:endParaRPr lang="en-GB"/>
          </a:p>
        </p:txBody>
      </p:sp>
      <p:pic>
        <p:nvPicPr>
          <p:cNvPr id="20" name="Graphic 19">
            <a:extLst>
              <a:ext uri="{FF2B5EF4-FFF2-40B4-BE49-F238E27FC236}">
                <a16:creationId xmlns:a16="http://schemas.microsoft.com/office/drawing/2014/main" id="{D87F7DD5-FE55-1757-0CD4-20FAE20C2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a:off x="9606976" y="0"/>
            <a:ext cx="2585024" cy="6858000"/>
          </a:xfrm>
          <a:prstGeom prst="rect">
            <a:avLst/>
          </a:prstGeom>
        </p:spPr>
      </p:pic>
      <p:sp>
        <p:nvSpPr>
          <p:cNvPr id="3" name="Subtitle 2">
            <a:extLst>
              <a:ext uri="{FF2B5EF4-FFF2-40B4-BE49-F238E27FC236}">
                <a16:creationId xmlns:a16="http://schemas.microsoft.com/office/drawing/2014/main" id="{47C0BC4A-2B94-C4C8-BAB0-C51AE88EEDC6}"/>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
        <p:nvSpPr>
          <p:cNvPr id="8" name="Box">
            <a:extLst>
              <a:ext uri="{FF2B5EF4-FFF2-40B4-BE49-F238E27FC236}">
                <a16:creationId xmlns:a16="http://schemas.microsoft.com/office/drawing/2014/main" id="{92158078-B084-7032-049C-D8E684B4C9E1}"/>
              </a:ext>
            </a:extLst>
          </p:cNvPr>
          <p:cNvSpPr/>
          <p:nvPr userDrawn="1"/>
        </p:nvSpPr>
        <p:spPr bwMode="gray">
          <a:xfrm>
            <a:off x="10580483" y="-1"/>
            <a:ext cx="1276157" cy="9648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Logo">
            <a:extLst>
              <a:ext uri="{FF2B5EF4-FFF2-40B4-BE49-F238E27FC236}">
                <a16:creationId xmlns:a16="http://schemas.microsoft.com/office/drawing/2014/main" id="{0B7ACAED-396E-E25D-4F15-E1673FF6606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397724408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4747" userDrawn="1">
          <p15:clr>
            <a:srgbClr val="5ACBF0"/>
          </p15:clr>
        </p15:guide>
        <p15:guide id="5" orient="horz" pos="1389"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Subtitle 2">
            <a:extLst>
              <a:ext uri="{FF2B5EF4-FFF2-40B4-BE49-F238E27FC236}">
                <a16:creationId xmlns:a16="http://schemas.microsoft.com/office/drawing/2014/main" id="{B9C45FCD-6CD9-C35E-4E96-71C11BF3EEB4}"/>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538990565"/>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391" userDrawn="1">
          <p15:clr>
            <a:srgbClr val="5ACBF0"/>
          </p15:clr>
        </p15:guide>
        <p15:guide id="5" orient="horz" pos="1117"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ac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820F22-AB0B-FCC4-19F4-47AB9C42AB26}"/>
              </a:ext>
            </a:extLst>
          </p:cNvPr>
          <p:cNvSpPr>
            <a:spLocks noGrp="1"/>
          </p:cNvSpPr>
          <p:nvPr>
            <p:ph type="title" hasCustomPrompt="1"/>
          </p:nvPr>
        </p:nvSpPr>
        <p:spPr>
          <a:xfrm>
            <a:off x="3503613" y="2913719"/>
            <a:ext cx="2880522" cy="1008112"/>
          </a:xfrm>
        </p:spPr>
        <p:txBody>
          <a:bodyPr tIns="0" anchor="ctr"/>
          <a:lstStyle>
            <a:lvl1pPr>
              <a:defRPr/>
            </a:lvl1pPr>
          </a:lstStyle>
          <a:p>
            <a:r>
              <a:rPr lang="en-GB" noProof="0"/>
              <a:t>Thank you</a:t>
            </a:r>
          </a:p>
        </p:txBody>
      </p:sp>
      <p:sp>
        <p:nvSpPr>
          <p:cNvPr id="8" name="Textplatzhalter 7"/>
          <p:cNvSpPr>
            <a:spLocks noGrp="1"/>
          </p:cNvSpPr>
          <p:nvPr>
            <p:ph type="body" sz="quarter" idx="10" hasCustomPrompt="1"/>
          </p:nvPr>
        </p:nvSpPr>
        <p:spPr bwMode="gray">
          <a:xfrm>
            <a:off x="6959599" y="3284984"/>
            <a:ext cx="3457575" cy="2952000"/>
          </a:xfrm>
        </p:spPr>
        <p:txBody>
          <a:bodyPr anchor="t"/>
          <a:lstStyle>
            <a:lvl1pPr algn="l">
              <a:spcBef>
                <a:spcPts val="200"/>
              </a:spcBef>
              <a:spcAft>
                <a:spcPts val="200"/>
              </a:spcAft>
              <a:defRPr sz="1800" b="0">
                <a:solidFill>
                  <a:schemeClr val="bg2"/>
                </a:solidFill>
                <a:latin typeface="+mj-lt"/>
              </a:defRPr>
            </a:lvl1pPr>
            <a:lvl2pPr marL="0" indent="0" algn="l">
              <a:spcBef>
                <a:spcPts val="200"/>
              </a:spcBef>
              <a:spcAft>
                <a:spcPts val="1200"/>
              </a:spcAft>
              <a:buFont typeface="Arial" panose="020B0604020202020204" pitchFamily="34" charset="0"/>
              <a:buNone/>
              <a:tabLst>
                <a:tab pos="723900" algn="l"/>
              </a:tabLst>
              <a:defRPr sz="1000" b="0">
                <a:latin typeface="+mn-lt"/>
              </a:defRPr>
            </a:lvl2pPr>
            <a:lvl3pPr marL="0" indent="0" algn="l">
              <a:spcBef>
                <a:spcPts val="200"/>
              </a:spcBef>
              <a:spcAft>
                <a:spcPts val="200"/>
              </a:spcAft>
              <a:buNone/>
              <a:tabLst>
                <a:tab pos="723900" algn="l"/>
              </a:tabLst>
              <a:defRPr sz="1400" b="0">
                <a:latin typeface="+mn-lt"/>
              </a:defRPr>
            </a:lvl3pPr>
            <a:lvl4pPr marL="0" indent="0" algn="l">
              <a:spcBef>
                <a:spcPts val="200"/>
              </a:spcBef>
              <a:spcAft>
                <a:spcPts val="200"/>
              </a:spcAft>
              <a:buNone/>
              <a:tabLst>
                <a:tab pos="723900" algn="l"/>
              </a:tabLst>
              <a:defRPr sz="1400" b="0">
                <a:latin typeface="+mn-lt"/>
              </a:defRPr>
            </a:lvl4pPr>
            <a:lvl5pPr marL="0" indent="0" algn="l">
              <a:spcBef>
                <a:spcPts val="200"/>
              </a:spcBef>
              <a:spcAft>
                <a:spcPts val="200"/>
              </a:spcAft>
              <a:buNone/>
              <a:tabLst>
                <a:tab pos="723900" algn="l"/>
              </a:tabLst>
              <a:defRPr sz="1400" b="0">
                <a:latin typeface="+mn-lt"/>
              </a:defRPr>
            </a:lvl5pPr>
            <a:lvl6pPr marL="0" indent="0">
              <a:spcBef>
                <a:spcPts val="200"/>
              </a:spcBef>
              <a:spcAft>
                <a:spcPts val="200"/>
              </a:spcAft>
              <a:buNone/>
              <a:tabLst>
                <a:tab pos="723900" algn="l"/>
              </a:tabLst>
              <a:defRPr sz="1400" b="0">
                <a:latin typeface="+mn-lt"/>
              </a:defRPr>
            </a:lvl6pPr>
            <a:lvl7pPr marL="0" indent="0">
              <a:spcBef>
                <a:spcPts val="200"/>
              </a:spcBef>
              <a:spcAft>
                <a:spcPts val="200"/>
              </a:spcAft>
              <a:buNone/>
              <a:tabLst>
                <a:tab pos="723900" algn="l"/>
              </a:tabLst>
              <a:defRPr sz="1400" b="0">
                <a:latin typeface="+mn-lt"/>
              </a:defRPr>
            </a:lvl7pPr>
            <a:lvl8pPr marL="0" indent="0">
              <a:spcBef>
                <a:spcPts val="200"/>
              </a:spcBef>
              <a:spcAft>
                <a:spcPts val="200"/>
              </a:spcAft>
              <a:buNone/>
              <a:tabLst>
                <a:tab pos="723900" algn="l"/>
              </a:tabLst>
              <a:defRPr sz="1400" b="0">
                <a:latin typeface="+mn-lt"/>
              </a:defRPr>
            </a:lvl8pPr>
            <a:lvl9pPr marL="0" indent="0">
              <a:spcBef>
                <a:spcPts val="200"/>
              </a:spcBef>
              <a:spcAft>
                <a:spcPts val="200"/>
              </a:spcAft>
              <a:buNone/>
              <a:tabLst>
                <a:tab pos="723900" algn="l"/>
              </a:tabLst>
              <a:defRPr sz="1400" b="0">
                <a:latin typeface="+mn-lt"/>
              </a:defRPr>
            </a:lvl9pPr>
          </a:lstStyle>
          <a:p>
            <a:pPr lvl="0"/>
            <a:r>
              <a:rPr lang="en-GB"/>
              <a:t>Name Surname</a:t>
            </a:r>
          </a:p>
          <a:p>
            <a:pPr lvl="1"/>
            <a:r>
              <a:rPr lang="en-GB"/>
              <a:t>Job title</a:t>
            </a:r>
          </a:p>
          <a:p>
            <a:pPr lvl="2"/>
            <a:r>
              <a:rPr lang="en-GB"/>
              <a:t>Contact data</a:t>
            </a:r>
          </a:p>
          <a:p>
            <a:pPr lvl="3"/>
            <a:endParaRPr lang="en-GB"/>
          </a:p>
        </p:txBody>
      </p:sp>
      <p:pic>
        <p:nvPicPr>
          <p:cNvPr id="2" name="Graphic 1">
            <a:extLst>
              <a:ext uri="{FF2B5EF4-FFF2-40B4-BE49-F238E27FC236}">
                <a16:creationId xmlns:a16="http://schemas.microsoft.com/office/drawing/2014/main" id="{F3784D80-5586-6198-7C51-BAE686880F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rot="10800000">
            <a:off x="1" y="0"/>
            <a:ext cx="2585024" cy="6858000"/>
          </a:xfrm>
          <a:prstGeom prst="rect">
            <a:avLst/>
          </a:prstGeom>
        </p:spPr>
      </p:pic>
      <p:sp>
        <p:nvSpPr>
          <p:cNvPr id="10" name="Bildplatzhalter 8">
            <a:extLst>
              <a:ext uri="{FF2B5EF4-FFF2-40B4-BE49-F238E27FC236}">
                <a16:creationId xmlns:a16="http://schemas.microsoft.com/office/drawing/2014/main" id="{14649956-A4E1-EFE1-CA84-A162CF80FADE}"/>
              </a:ext>
              <a:ext uri="{C183D7F6-B498-43B3-948B-1728B52AA6E4}">
                <adec:decorative xmlns:adec="http://schemas.microsoft.com/office/drawing/2017/decorative" val="1"/>
              </a:ext>
            </a:extLst>
          </p:cNvPr>
          <p:cNvSpPr>
            <a:spLocks noGrp="1"/>
          </p:cNvSpPr>
          <p:nvPr>
            <p:ph type="pic" sz="quarter" idx="13"/>
          </p:nvPr>
        </p:nvSpPr>
        <p:spPr bwMode="gray">
          <a:xfrm>
            <a:off x="6959600" y="620712"/>
            <a:ext cx="3457575" cy="2304000"/>
          </a:xfr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r>
              <a:rPr lang="en-US"/>
              <a:t>Click icon to add picture</a:t>
            </a:r>
            <a:endParaRPr lang="en-GB"/>
          </a:p>
        </p:txBody>
      </p:sp>
      <p:sp>
        <p:nvSpPr>
          <p:cNvPr id="3" name="Footer Placeholder 2">
            <a:extLst>
              <a:ext uri="{FF2B5EF4-FFF2-40B4-BE49-F238E27FC236}">
                <a16:creationId xmlns:a16="http://schemas.microsoft.com/office/drawing/2014/main" id="{2C38488C-A96B-B4B3-DB18-1F5E65734A3A}"/>
              </a:ext>
            </a:extLst>
          </p:cNvPr>
          <p:cNvSpPr>
            <a:spLocks noGrp="1"/>
          </p:cNvSpPr>
          <p:nvPr>
            <p:ph type="ftr" sz="quarter" idx="14"/>
          </p:nvPr>
        </p:nvSpPr>
        <p:spPr/>
        <p:txBody>
          <a:bodyPr/>
          <a:lstStyle>
            <a:lvl1pPr>
              <a:defRPr>
                <a:noFill/>
              </a:defRPr>
            </a:lvl1pPr>
          </a:lstStyle>
          <a:p>
            <a:r>
              <a:rPr lang="en-GB"/>
              <a:t>CONFIDENTIAL – SHARED UNDER NDA. DO NOT FORWARD.</a:t>
            </a:r>
          </a:p>
        </p:txBody>
      </p:sp>
      <p:sp>
        <p:nvSpPr>
          <p:cNvPr id="4" name="Slide Number Placeholder 3">
            <a:extLst>
              <a:ext uri="{FF2B5EF4-FFF2-40B4-BE49-F238E27FC236}">
                <a16:creationId xmlns:a16="http://schemas.microsoft.com/office/drawing/2014/main" id="{3FA4F607-54F9-CE0E-66F1-C7A641F7594B}"/>
              </a:ext>
            </a:extLst>
          </p:cNvPr>
          <p:cNvSpPr>
            <a:spLocks noGrp="1"/>
          </p:cNvSpPr>
          <p:nvPr>
            <p:ph type="sldNum" sz="quarter" idx="15"/>
          </p:nvPr>
        </p:nvSpPr>
        <p:spPr/>
        <p:txBody>
          <a:bodyPr/>
          <a:lstStyle>
            <a:lvl1pPr>
              <a:defRPr>
                <a:noFill/>
              </a:defRPr>
            </a:lvl1pPr>
          </a:lstStyle>
          <a:p>
            <a:fld id="{8FF9B0DE-3FEB-4AA0-B465-B80EF7C1333D}" type="slidenum">
              <a:rPr lang="en-GB" smtClean="0"/>
              <a:pPr/>
              <a:t>‹#›</a:t>
            </a:fld>
            <a:endParaRPr lang="en-GB"/>
          </a:p>
        </p:txBody>
      </p:sp>
      <p:sp>
        <p:nvSpPr>
          <p:cNvPr id="6" name="Date Placeholder 3">
            <a:extLst>
              <a:ext uri="{FF2B5EF4-FFF2-40B4-BE49-F238E27FC236}">
                <a16:creationId xmlns:a16="http://schemas.microsoft.com/office/drawing/2014/main" id="{664BB849-B7FC-3952-913B-F400FD50800B}"/>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pic>
        <p:nvPicPr>
          <p:cNvPr id="9" name="Logo">
            <a:extLst>
              <a:ext uri="{FF2B5EF4-FFF2-40B4-BE49-F238E27FC236}">
                <a16:creationId xmlns:a16="http://schemas.microsoft.com/office/drawing/2014/main" id="{C2EB24EB-2820-8054-D726-2EC0B4AC533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1494416066"/>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6562" userDrawn="1">
          <p15:clr>
            <a:srgbClr val="5ACBF0"/>
          </p15:clr>
        </p15:guide>
        <p15:guide id="4" orient="horz" pos="391" userDrawn="1">
          <p15:clr>
            <a:srgbClr val="5ACBF0"/>
          </p15:clr>
        </p15:guide>
        <p15:guide id="5" pos="4384"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 Quadrant Bar">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B3A0D8F-9C15-5837-5F96-2D9EA811E7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74954" b="22415"/>
          <a:stretch/>
        </p:blipFill>
        <p:spPr>
          <a:xfrm>
            <a:off x="8256241" y="1"/>
            <a:ext cx="3935760" cy="6858000"/>
          </a:xfrm>
          <a:prstGeom prst="rect">
            <a:avLst/>
          </a:prstGeom>
        </p:spPr>
      </p:pic>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3068960"/>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4797256"/>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black">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black">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623392" y="620689"/>
            <a:ext cx="1080000" cy="374567"/>
          </a:xfrm>
          <a:prstGeom prst="rect">
            <a:avLst/>
          </a:prstGeom>
        </p:spPr>
      </p:pic>
    </p:spTree>
    <p:extLst>
      <p:ext uri="{BB962C8B-B14F-4D97-AF65-F5344CB8AC3E}">
        <p14:creationId xmlns:p14="http://schemas.microsoft.com/office/powerpoint/2010/main" val="3113491737"/>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Quadrant Radial">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3068960"/>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3429176"/>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4797256"/>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sp>
        <p:nvSpPr>
          <p:cNvPr id="5" name="Fußzeilenplatzhalter 4">
            <a:extLst>
              <a:ext uri="{FF2B5EF4-FFF2-40B4-BE49-F238E27FC236}">
                <a16:creationId xmlns:a16="http://schemas.microsoft.com/office/drawing/2014/main" id="{8FFD4DD8-5134-1E7B-85B7-BA5AEFFC30AF}"/>
              </a:ext>
            </a:extLst>
          </p:cNvPr>
          <p:cNvSpPr>
            <a:spLocks noGrp="1"/>
          </p:cNvSpPr>
          <p:nvPr>
            <p:ph type="ftr" sz="quarter" idx="3"/>
          </p:nvPr>
        </p:nvSpPr>
        <p:spPr bwMode="black">
          <a:xfrm>
            <a:off x="623872" y="6525360"/>
            <a:ext cx="4608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6" name="TextBox 5">
            <a:extLst>
              <a:ext uri="{FF2B5EF4-FFF2-40B4-BE49-F238E27FC236}">
                <a16:creationId xmlns:a16="http://schemas.microsoft.com/office/drawing/2014/main" id="{BACE58F5-2971-B56C-353C-50DBADA97766}"/>
              </a:ext>
            </a:extLst>
          </p:cNvPr>
          <p:cNvSpPr txBox="1"/>
          <p:nvPr userDrawn="1"/>
        </p:nvSpPr>
        <p:spPr bwMode="black">
          <a:xfrm>
            <a:off x="5231872" y="6525360"/>
            <a:ext cx="230428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chemeClr val="tx1"/>
                </a:solidFill>
                <a:latin typeface="Onest" pitchFamily="2" charset="0"/>
              </a:rPr>
              <a:t>© </a:t>
            </a:r>
            <a:fld id="{F840E9BB-576D-451A-8E58-7560756B2087}" type="datetimeyyyy">
              <a:rPr lang="en-GB" sz="700" smtClean="0">
                <a:solidFill>
                  <a:schemeClr val="tx1"/>
                </a:solidFill>
                <a:latin typeface="Onest" pitchFamily="2" charset="0"/>
              </a:rPr>
              <a:t>2026</a:t>
            </a:fld>
            <a:r>
              <a:rPr lang="en-GB" sz="700">
                <a:solidFill>
                  <a:schemeClr val="tx1"/>
                </a:solidFill>
                <a:latin typeface="Onest" pitchFamily="2" charset="0"/>
              </a:rPr>
              <a:t> </a:t>
            </a:r>
            <a:r>
              <a:rPr lang="en-US" sz="700">
                <a:solidFill>
                  <a:schemeClr val="tx1"/>
                </a:solidFill>
                <a:latin typeface="Onest" pitchFamily="2" charset="0"/>
              </a:rPr>
              <a:t>BlackBerry Limited. All rights reserved.</a:t>
            </a:r>
            <a:endParaRPr lang="en-GB" sz="700">
              <a:solidFill>
                <a:schemeClr val="tx1"/>
              </a:solidFill>
              <a:latin typeface="Onest" pitchFamily="2" charset="0"/>
            </a:endParaRPr>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pic>
        <p:nvPicPr>
          <p:cNvPr id="4" name="Graphic 3">
            <a:extLst>
              <a:ext uri="{FF2B5EF4-FFF2-40B4-BE49-F238E27FC236}">
                <a16:creationId xmlns:a16="http://schemas.microsoft.com/office/drawing/2014/main" id="{0AABD0FE-C518-0C23-6BFE-D56030024D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t="6507" r="50000" b="6507"/>
          <a:stretch/>
        </p:blipFill>
        <p:spPr>
          <a:xfrm>
            <a:off x="8250000" y="0"/>
            <a:ext cx="3942000" cy="6858000"/>
          </a:xfrm>
          <a:prstGeom prst="rect">
            <a:avLst/>
          </a:prstGeom>
        </p:spPr>
      </p:pic>
    </p:spTree>
    <p:extLst>
      <p:ext uri="{BB962C8B-B14F-4D97-AF65-F5344CB8AC3E}">
        <p14:creationId xmlns:p14="http://schemas.microsoft.com/office/powerpoint/2010/main" val="2392575185"/>
      </p:ext>
    </p:extLst>
  </p:cSld>
  <p:clrMapOvr>
    <a:masterClrMapping/>
  </p:clrMapOvr>
  <p:extLst>
    <p:ext uri="{DCECCB84-F9BA-43D5-87BE-67443E8EF086}">
      <p15:sldGuideLst xmlns:p15="http://schemas.microsoft.com/office/powerpoint/2012/main">
        <p15:guide id="1" orient="horz" pos="1933" userDrawn="1">
          <p15:clr>
            <a:srgbClr val="5ACBF0"/>
          </p15:clr>
        </p15:guide>
        <p15:guide id="2" pos="393" userDrawn="1">
          <p15:clr>
            <a:srgbClr val="5ACBF0"/>
          </p15:clr>
        </p15:guide>
        <p15:guide id="4" pos="4747" userDrawn="1">
          <p15:clr>
            <a:srgbClr val="5ACBF0"/>
          </p15:clr>
        </p15:guide>
        <p15:guide id="5" orient="horz" pos="347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Half Picture">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42CB579-B7B9-9323-FC1C-A4B06960AB58}"/>
              </a:ext>
            </a:extLst>
          </p:cNvPr>
          <p:cNvSpPr>
            <a:spLocks noGrp="1"/>
          </p:cNvSpPr>
          <p:nvPr>
            <p:ph type="body" sz="quarter" idx="10" hasCustomPrompt="1"/>
          </p:nvPr>
        </p:nvSpPr>
        <p:spPr bwMode="black">
          <a:xfrm>
            <a:off x="623888" y="2132856"/>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latin typeface="Onest Medium" pitchFamily="2" charset="0"/>
              </a:defRPr>
            </a:lvl1pPr>
            <a:lvl2pPr marL="0" indent="0">
              <a:spcBef>
                <a:spcPts val="0"/>
              </a:spcBef>
              <a:spcAft>
                <a:spcPts val="0"/>
              </a:spcAft>
              <a:buFont typeface="Arial" panose="020B0604020202020204" pitchFamily="34" charset="0"/>
              <a:buNone/>
              <a:defRPr sz="1000">
                <a:latin typeface="Onest Medium" pitchFamily="2" charset="0"/>
              </a:defRPr>
            </a:lvl2pPr>
            <a:lvl3pPr marL="0" indent="0">
              <a:spcBef>
                <a:spcPts val="0"/>
              </a:spcBef>
              <a:spcAft>
                <a:spcPts val="0"/>
              </a:spcAft>
              <a:buNone/>
              <a:defRPr sz="1000">
                <a:latin typeface="Onest Medium" pitchFamily="2" charset="0"/>
              </a:defRPr>
            </a:lvl3pPr>
            <a:lvl4pPr marL="0" indent="0">
              <a:spcBef>
                <a:spcPts val="0"/>
              </a:spcBef>
              <a:spcAft>
                <a:spcPts val="0"/>
              </a:spcAft>
              <a:buNone/>
              <a:defRPr sz="1000">
                <a:latin typeface="Onest Medium" pitchFamily="2" charset="0"/>
              </a:defRPr>
            </a:lvl4pPr>
            <a:lvl5pPr marL="0" indent="0">
              <a:spcBef>
                <a:spcPts val="0"/>
              </a:spcBef>
              <a:spcAft>
                <a:spcPts val="0"/>
              </a:spcAft>
              <a:buFont typeface="Arial" panose="020B0604020202020204" pitchFamily="34" charset="0"/>
              <a:buNone/>
              <a:defRPr sz="1000">
                <a:latin typeface="Onest Medium" pitchFamily="2" charset="0"/>
              </a:defRPr>
            </a:lvl5pPr>
            <a:lvl6pPr marL="0" indent="0">
              <a:spcBef>
                <a:spcPts val="0"/>
              </a:spcBef>
              <a:spcAft>
                <a:spcPts val="0"/>
              </a:spcAft>
              <a:buFont typeface="Arial" panose="020B0604020202020204" pitchFamily="34" charset="0"/>
              <a:buNone/>
              <a:defRPr sz="1000">
                <a:latin typeface="Onest Medium" pitchFamily="2" charset="0"/>
              </a:defRPr>
            </a:lvl6pPr>
            <a:lvl7pPr marL="0" indent="0">
              <a:spcBef>
                <a:spcPts val="0"/>
              </a:spcBef>
              <a:spcAft>
                <a:spcPts val="0"/>
              </a:spcAft>
              <a:buNone/>
              <a:defRPr sz="1000">
                <a:latin typeface="Onest Medium" pitchFamily="2" charset="0"/>
              </a:defRPr>
            </a:lvl7pPr>
            <a:lvl8pPr marL="0" indent="0">
              <a:spcBef>
                <a:spcPts val="0"/>
              </a:spcBef>
              <a:spcAft>
                <a:spcPts val="0"/>
              </a:spcAft>
              <a:buNone/>
              <a:defRPr sz="1000">
                <a:latin typeface="Onest Medium" pitchFamily="2" charset="0"/>
              </a:defRPr>
            </a:lvl8pPr>
            <a:lvl9pPr marL="0" indent="0">
              <a:spcBef>
                <a:spcPts val="0"/>
              </a:spcBef>
              <a:spcAft>
                <a:spcPts val="0"/>
              </a:spcAft>
              <a:buNone/>
              <a:defRPr sz="1000">
                <a:latin typeface="Onest Medium" pitchFamily="2" charset="0"/>
              </a:defRPr>
            </a:lvl9pPr>
          </a:lstStyle>
          <a:p>
            <a:pPr lvl="0"/>
            <a:r>
              <a:rPr lang="en-GB"/>
              <a:t>Name | Job title</a:t>
            </a:r>
          </a:p>
        </p:txBody>
      </p:sp>
      <p:sp>
        <p:nvSpPr>
          <p:cNvPr id="2" name="Titel 1"/>
          <p:cNvSpPr>
            <a:spLocks noGrp="1"/>
          </p:cNvSpPr>
          <p:nvPr>
            <p:ph type="ctrTitle" hasCustomPrompt="1"/>
          </p:nvPr>
        </p:nvSpPr>
        <p:spPr bwMode="black">
          <a:xfrm>
            <a:off x="623393" y="2493072"/>
            <a:ext cx="518400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3" name="Untertitel 2"/>
          <p:cNvSpPr>
            <a:spLocks noGrp="1"/>
          </p:cNvSpPr>
          <p:nvPr>
            <p:ph type="subTitle" idx="1" hasCustomPrompt="1"/>
          </p:nvPr>
        </p:nvSpPr>
        <p:spPr bwMode="black">
          <a:xfrm>
            <a:off x="623393" y="3861152"/>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latin typeface="Onest Medium" pitchFamily="2" charset="0"/>
              </a:defRPr>
            </a:lvl9pPr>
          </a:lstStyle>
          <a:p>
            <a:r>
              <a:rPr lang="en-GB"/>
              <a:t>Optional subtitle, use list level 2 to add a date</a:t>
            </a:r>
          </a:p>
          <a:p>
            <a:pPr lvl="1"/>
            <a:r>
              <a:rPr lang="en-GB"/>
              <a:t>Date</a:t>
            </a:r>
          </a:p>
          <a:p>
            <a:pPr lvl="2"/>
            <a:endParaRPr lang="en-GB"/>
          </a:p>
        </p:txBody>
      </p:sp>
      <p:pic>
        <p:nvPicPr>
          <p:cNvPr id="7" name="Graphic 6">
            <a:extLst>
              <a:ext uri="{FF2B5EF4-FFF2-40B4-BE49-F238E27FC236}">
                <a16:creationId xmlns:a16="http://schemas.microsoft.com/office/drawing/2014/main" id="{A8C6CD82-275A-9314-4491-DC4C0241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623392" y="620689"/>
            <a:ext cx="1080000" cy="374567"/>
          </a:xfrm>
          <a:prstGeom prst="rect">
            <a:avLst/>
          </a:prstGeom>
        </p:spPr>
      </p:pic>
      <p:sp>
        <p:nvSpPr>
          <p:cNvPr id="8" name="Picture Placeholder 11">
            <a:extLst>
              <a:ext uri="{FF2B5EF4-FFF2-40B4-BE49-F238E27FC236}">
                <a16:creationId xmlns:a16="http://schemas.microsoft.com/office/drawing/2014/main" id="{C9DEBE27-D875-6FA1-857C-1FAFA560BB4A}"/>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4" name="Fußzeilenplatzhalter 4">
            <a:extLst>
              <a:ext uri="{FF2B5EF4-FFF2-40B4-BE49-F238E27FC236}">
                <a16:creationId xmlns:a16="http://schemas.microsoft.com/office/drawing/2014/main" id="{92882950-AB80-98BF-7E6A-936E99E2FFCF}"/>
              </a:ext>
              <a:ext uri="{C183D7F6-B498-43B3-948B-1728B52AA6E4}">
                <adec:decorative xmlns:adec="http://schemas.microsoft.com/office/drawing/2017/decorative" val="1"/>
              </a:ext>
            </a:extLst>
          </p:cNvPr>
          <p:cNvSpPr>
            <a:spLocks noGrp="1"/>
          </p:cNvSpPr>
          <p:nvPr>
            <p:ph type="ftr" sz="quarter" idx="3"/>
          </p:nvPr>
        </p:nvSpPr>
        <p:spPr bwMode="black">
          <a:xfrm>
            <a:off x="623872" y="6525360"/>
            <a:ext cx="5184000" cy="144000"/>
          </a:xfrm>
          <a:prstGeom prst="rect">
            <a:avLst/>
          </a:prstGeom>
        </p:spPr>
        <p:txBody>
          <a:bodyPr vert="horz" lIns="0" tIns="0" rIns="0" bIns="0" rtlCol="0" anchor="ctr">
            <a:noAutofit/>
          </a:bodyPr>
          <a:lstStyle>
            <a:lvl1pPr algn="l">
              <a:defRPr sz="700">
                <a:solidFill>
                  <a:schemeClr val="tx1"/>
                </a:solidFill>
              </a:defRPr>
            </a:lvl1pPr>
          </a:lstStyle>
          <a:p>
            <a:r>
              <a:rPr lang="en-GB"/>
              <a:t>CONFIDENTIAL – SHARED UNDER NDA. DO NOT FORWARD.</a:t>
            </a:r>
          </a:p>
        </p:txBody>
      </p:sp>
      <p:sp>
        <p:nvSpPr>
          <p:cNvPr id="5" name="Date Placeholder 3">
            <a:extLst>
              <a:ext uri="{FF2B5EF4-FFF2-40B4-BE49-F238E27FC236}">
                <a16:creationId xmlns:a16="http://schemas.microsoft.com/office/drawing/2014/main" id="{0AC13325-40B9-01EA-C2FA-F76B8EC5C56D}"/>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2370252249"/>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4" pos="3659" userDrawn="1">
          <p15:clr>
            <a:srgbClr val="5ACBF0"/>
          </p15:clr>
        </p15:guide>
        <p15:guide id="5" orient="horz" pos="2886"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Picture Dark">
    <p:bg>
      <p:bgPr>
        <a:solidFill>
          <a:schemeClr val="bg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A29BE15-3256-F8A5-CEDE-C91B75C475A6}"/>
              </a:ext>
              <a:ext uri="{C183D7F6-B498-43B3-948B-1728B52AA6E4}">
                <adec:decorative xmlns:adec="http://schemas.microsoft.com/office/drawing/2017/decorative" val="1"/>
              </a:ext>
            </a:extLst>
          </p:cNvPr>
          <p:cNvSpPr>
            <a:spLocks noGrp="1"/>
          </p:cNvSpPr>
          <p:nvPr>
            <p:ph type="pic" sz="quarter" idx="16"/>
          </p:nvPr>
        </p:nvSpPr>
        <p:spPr>
          <a:xfrm>
            <a:off x="0" y="0"/>
            <a:ext cx="12192000" cy="6858000"/>
          </a:xfrm>
          <a:prstGeom prst="rect">
            <a:avLst/>
          </a:prstGeom>
        </p:spPr>
        <p:txBody>
          <a:bodyPr bIns="504000" anchor="ctr"/>
          <a:lstStyle>
            <a:lvl1pPr marL="0" indent="0" algn="ctr">
              <a:spcBef>
                <a:spcPts val="0"/>
              </a:spcBef>
              <a:spcAft>
                <a:spcPts val="0"/>
              </a:spcAft>
              <a:buFont typeface="Arial" panose="020B0604020202020204" pitchFamily="34" charset="0"/>
              <a:buNone/>
              <a:defRPr sz="1000">
                <a:solidFill>
                  <a:schemeClr val="bg1"/>
                </a:solidFill>
                <a:latin typeface="+mn-lt"/>
              </a:defRPr>
            </a:lvl1pPr>
            <a:lvl2pPr marL="0" indent="0" algn="ctr">
              <a:spcBef>
                <a:spcPts val="0"/>
              </a:spcBef>
              <a:spcAft>
                <a:spcPts val="0"/>
              </a:spcAft>
              <a:buFont typeface="Arial" panose="020B0604020202020204" pitchFamily="34" charset="0"/>
              <a:buNone/>
              <a:defRPr sz="1000">
                <a:solidFill>
                  <a:schemeClr val="bg1"/>
                </a:solidFill>
                <a:latin typeface="+mn-lt"/>
              </a:defRPr>
            </a:lvl2pPr>
            <a:lvl3pPr marL="0" indent="0" algn="ctr">
              <a:spcBef>
                <a:spcPts val="0"/>
              </a:spcBef>
              <a:spcAft>
                <a:spcPts val="0"/>
              </a:spcAft>
              <a:buNone/>
              <a:defRPr sz="1000">
                <a:solidFill>
                  <a:schemeClr val="bg1"/>
                </a:solidFill>
                <a:latin typeface="+mn-lt"/>
              </a:defRPr>
            </a:lvl3pPr>
            <a:lvl4pPr marL="0" indent="0" algn="ctr">
              <a:spcBef>
                <a:spcPts val="0"/>
              </a:spcBef>
              <a:spcAft>
                <a:spcPts val="0"/>
              </a:spcAft>
              <a:buNone/>
              <a:defRPr sz="1000">
                <a:solidFill>
                  <a:schemeClr val="bg1"/>
                </a:solidFill>
                <a:latin typeface="+mn-lt"/>
              </a:defRPr>
            </a:lvl4pPr>
            <a:lvl5pPr marL="0" indent="0" algn="ctr">
              <a:spcBef>
                <a:spcPts val="0"/>
              </a:spcBef>
              <a:spcAft>
                <a:spcPts val="0"/>
              </a:spcAft>
              <a:buFont typeface="Arial" panose="020B0604020202020204" pitchFamily="34" charset="0"/>
              <a:buNone/>
              <a:defRPr sz="1000">
                <a:solidFill>
                  <a:schemeClr val="bg1"/>
                </a:solidFill>
                <a:latin typeface="+mn-lt"/>
              </a:defRPr>
            </a:lvl5pPr>
            <a:lvl6pPr marL="0" indent="0" algn="ctr">
              <a:spcBef>
                <a:spcPts val="0"/>
              </a:spcBef>
              <a:spcAft>
                <a:spcPts val="0"/>
              </a:spcAft>
              <a:buFont typeface="Arial" panose="020B0604020202020204" pitchFamily="34" charset="0"/>
              <a:buNone/>
              <a:defRPr sz="1000">
                <a:solidFill>
                  <a:schemeClr val="bg1"/>
                </a:solidFill>
                <a:latin typeface="+mn-lt"/>
              </a:defRPr>
            </a:lvl6pPr>
            <a:lvl7pPr marL="0" indent="0" algn="ctr">
              <a:spcBef>
                <a:spcPts val="0"/>
              </a:spcBef>
              <a:spcAft>
                <a:spcPts val="0"/>
              </a:spcAft>
              <a:buNone/>
              <a:defRPr sz="1000">
                <a:solidFill>
                  <a:schemeClr val="bg1"/>
                </a:solidFill>
                <a:latin typeface="+mn-lt"/>
              </a:defRPr>
            </a:lvl7pPr>
            <a:lvl8pPr marL="0" indent="0" algn="ctr">
              <a:spcBef>
                <a:spcPts val="0"/>
              </a:spcBef>
              <a:spcAft>
                <a:spcPts val="0"/>
              </a:spcAft>
              <a:buNone/>
              <a:defRPr sz="1000">
                <a:solidFill>
                  <a:schemeClr val="bg1"/>
                </a:solidFill>
                <a:latin typeface="+mn-lt"/>
              </a:defRPr>
            </a:lvl8pPr>
            <a:lvl9pPr marL="0" indent="0" algn="ctr">
              <a:spcBef>
                <a:spcPts val="0"/>
              </a:spcBef>
              <a:spcAft>
                <a:spcPts val="0"/>
              </a:spcAft>
              <a:buNone/>
              <a:defRPr sz="1000">
                <a:solidFill>
                  <a:schemeClr val="bg1"/>
                </a:solidFill>
                <a:latin typeface="+mn-lt"/>
              </a:defRPr>
            </a:lvl9pPr>
          </a:lstStyle>
          <a:p>
            <a:endParaRPr lang="en-GB"/>
          </a:p>
        </p:txBody>
      </p:sp>
      <p:sp>
        <p:nvSpPr>
          <p:cNvPr id="7" name="Text Placeholder 8">
            <a:extLst>
              <a:ext uri="{FF2B5EF4-FFF2-40B4-BE49-F238E27FC236}">
                <a16:creationId xmlns:a16="http://schemas.microsoft.com/office/drawing/2014/main" id="{41048E7F-D798-9B2F-8A33-42EB3506851F}"/>
              </a:ext>
            </a:extLst>
          </p:cNvPr>
          <p:cNvSpPr>
            <a:spLocks noGrp="1"/>
          </p:cNvSpPr>
          <p:nvPr>
            <p:ph type="body" sz="quarter" idx="11" hasCustomPrompt="1"/>
          </p:nvPr>
        </p:nvSpPr>
        <p:spPr>
          <a:xfrm>
            <a:off x="623888" y="2132832"/>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tx1"/>
                </a:solidFill>
                <a:latin typeface="Onest Medium" pitchFamily="2" charset="0"/>
              </a:defRPr>
            </a:lvl2pPr>
            <a:lvl3pPr marL="0" indent="0">
              <a:spcBef>
                <a:spcPts val="0"/>
              </a:spcBef>
              <a:spcAft>
                <a:spcPts val="0"/>
              </a:spcAft>
              <a:buNone/>
              <a:defRPr sz="1000">
                <a:solidFill>
                  <a:schemeClr val="tx1"/>
                </a:solidFill>
                <a:latin typeface="Onest Medium" pitchFamily="2" charset="0"/>
              </a:defRPr>
            </a:lvl3pPr>
            <a:lvl4pPr marL="0" indent="0">
              <a:spcBef>
                <a:spcPts val="0"/>
              </a:spcBef>
              <a:spcAft>
                <a:spcPts val="0"/>
              </a:spcAft>
              <a:buNone/>
              <a:defRPr sz="10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tx1"/>
                </a:solidFill>
                <a:latin typeface="Onest Medium" pitchFamily="2" charset="0"/>
              </a:defRPr>
            </a:lvl6pPr>
            <a:lvl7pPr marL="0" indent="0">
              <a:spcBef>
                <a:spcPts val="0"/>
              </a:spcBef>
              <a:spcAft>
                <a:spcPts val="0"/>
              </a:spcAft>
              <a:buNone/>
              <a:defRPr sz="1000">
                <a:solidFill>
                  <a:schemeClr val="tx1"/>
                </a:solidFill>
                <a:latin typeface="Onest Medium" pitchFamily="2" charset="0"/>
              </a:defRPr>
            </a:lvl7pPr>
            <a:lvl8pPr marL="0" indent="0">
              <a:spcBef>
                <a:spcPts val="0"/>
              </a:spcBef>
              <a:spcAft>
                <a:spcPts val="0"/>
              </a:spcAft>
              <a:buNone/>
              <a:defRPr sz="1000">
                <a:solidFill>
                  <a:schemeClr val="tx1"/>
                </a:solidFill>
                <a:latin typeface="Onest Medium" pitchFamily="2" charset="0"/>
              </a:defRPr>
            </a:lvl8pPr>
            <a:lvl9pPr marL="0" indent="0">
              <a:spcBef>
                <a:spcPts val="0"/>
              </a:spcBef>
              <a:spcAft>
                <a:spcPts val="0"/>
              </a:spcAft>
              <a:buNone/>
              <a:defRPr sz="1000">
                <a:solidFill>
                  <a:schemeClr val="tx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7FFAAFFD-F887-74D0-66D2-DEF991B51454}"/>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tx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2E9B28D7-605E-AC79-8342-665B340033C0}"/>
              </a:ext>
            </a:extLst>
          </p:cNvPr>
          <p:cNvSpPr>
            <a:spLocks noGrp="1"/>
          </p:cNvSpPr>
          <p:nvPr>
            <p:ph type="subTitle" idx="1" hasCustomPrompt="1"/>
          </p:nvPr>
        </p:nvSpPr>
        <p:spPr bwMode="gray">
          <a:xfrm>
            <a:off x="623393" y="3861128"/>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solidFill>
                  <a:schemeClr val="tx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tx1"/>
                </a:solidFill>
                <a:latin typeface="Onest Medium" pitchFamily="2" charset="0"/>
              </a:defRPr>
            </a:lvl9pPr>
          </a:lstStyle>
          <a:p>
            <a:r>
              <a:rPr lang="en-GB"/>
              <a:t>Optional subtitle, use list level 2 to add a date</a:t>
            </a:r>
          </a:p>
          <a:p>
            <a:pPr lvl="1"/>
            <a:r>
              <a:rPr lang="en-GB"/>
              <a:t>Date</a:t>
            </a:r>
          </a:p>
        </p:txBody>
      </p:sp>
      <p:sp>
        <p:nvSpPr>
          <p:cNvPr id="8"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bwMode="white">
          <a:xfrm>
            <a:off x="623392" y="620689"/>
            <a:ext cx="1080000" cy="374400"/>
          </a:xfrm>
          <a:prstGeom prst="rect">
            <a:avLst/>
          </a:prstGeo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3" name="Footer Placeholder 2">
            <a:extLst>
              <a:ext uri="{FF2B5EF4-FFF2-40B4-BE49-F238E27FC236}">
                <a16:creationId xmlns:a16="http://schemas.microsoft.com/office/drawing/2014/main" id="{8B24B342-7000-F337-AFA1-9151C7FF7EE1}"/>
              </a:ext>
            </a:extLst>
          </p:cNvPr>
          <p:cNvSpPr>
            <a:spLocks noGrp="1"/>
          </p:cNvSpPr>
          <p:nvPr>
            <p:ph type="ftr" sz="quarter" idx="10"/>
          </p:nvPr>
        </p:nvSpPr>
        <p:spPr/>
        <p:txBody>
          <a:bodyPr/>
          <a:lstStyle>
            <a:lvl1pPr>
              <a:defRPr>
                <a:solidFill>
                  <a:schemeClr val="tx1"/>
                </a:solidFill>
              </a:defRPr>
            </a:lvl1pPr>
          </a:lstStyle>
          <a:p>
            <a:r>
              <a:rPr lang="en-GB"/>
              <a:t>CONFIDENTIAL – SHARED UNDER NDA. DO NOT FORWARD.</a:t>
            </a:r>
          </a:p>
        </p:txBody>
      </p:sp>
      <p:sp>
        <p:nvSpPr>
          <p:cNvPr id="2" name="Callout: Line 1">
            <a:extLst>
              <a:ext uri="{FF2B5EF4-FFF2-40B4-BE49-F238E27FC236}">
                <a16:creationId xmlns:a16="http://schemas.microsoft.com/office/drawing/2014/main" id="{A8677481-6FD1-2F5C-6EC4-6BF3EDB4D321}"/>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4" name="Date Placeholder 3">
            <a:extLst>
              <a:ext uri="{FF2B5EF4-FFF2-40B4-BE49-F238E27FC236}">
                <a16:creationId xmlns:a16="http://schemas.microsoft.com/office/drawing/2014/main" id="{2E8CB178-9747-A446-6D94-F3C351A3937B}"/>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Tree>
    <p:extLst>
      <p:ext uri="{BB962C8B-B14F-4D97-AF65-F5344CB8AC3E}">
        <p14:creationId xmlns:p14="http://schemas.microsoft.com/office/powerpoint/2010/main" val="4262169878"/>
      </p:ext>
    </p:extLst>
  </p:cSld>
  <p:clrMapOvr>
    <a:masterClrMapping/>
  </p:clrMapOvr>
  <p:extLst>
    <p:ext uri="{DCECCB84-F9BA-43D5-87BE-67443E8EF086}">
      <p15:sldGuideLst xmlns:p15="http://schemas.microsoft.com/office/powerpoint/2012/main">
        <p15:guide id="1" orient="horz" pos="1344">
          <p15:clr>
            <a:srgbClr val="5ACBF0"/>
          </p15:clr>
        </p15:guide>
        <p15:guide id="2" pos="393">
          <p15:clr>
            <a:srgbClr val="5ACBF0"/>
          </p15:clr>
        </p15:guide>
        <p15:guide id="3" pos="4747">
          <p15:clr>
            <a:srgbClr val="5ACBF0"/>
          </p15:clr>
        </p15:guide>
        <p15:guide id="4" orient="horz" pos="2886">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Picture Light">
    <p:bg>
      <p:bgPr>
        <a:solidFill>
          <a:schemeClr val="tx1"/>
        </a:solidFill>
        <a:effectLst/>
      </p:bgPr>
    </p:bg>
    <p:spTree>
      <p:nvGrpSpPr>
        <p:cNvPr id="1" name=""/>
        <p:cNvGrpSpPr/>
        <p:nvPr/>
      </p:nvGrpSpPr>
      <p:grpSpPr>
        <a:xfrm>
          <a:off x="0" y="0"/>
          <a:ext cx="0" cy="0"/>
          <a:chOff x="0" y="0"/>
          <a:chExt cx="0" cy="0"/>
        </a:xfrm>
      </p:grpSpPr>
      <p:sp>
        <p:nvSpPr>
          <p:cNvPr id="7" name="Bildplatzhalter 8">
            <a:extLst>
              <a:ext uri="{C183D7F6-B498-43B3-948B-1728B52AA6E4}">
                <adec:decorative xmlns:adec="http://schemas.microsoft.com/office/drawing/2017/decorative" val="1"/>
              </a:ext>
            </a:extLst>
          </p:cNvPr>
          <p:cNvSpPr>
            <a:spLocks noGrp="1"/>
          </p:cNvSpPr>
          <p:nvPr>
            <p:ph type="pic" sz="quarter" idx="13"/>
          </p:nvPr>
        </p:nvSpPr>
        <p:spPr bwMode="gray">
          <a:xfrm>
            <a:off x="0" y="0"/>
            <a:ext cx="12191999" cy="6858000"/>
          </a:xfrm>
          <a:prstGeom prst="rect">
            <a:avLst/>
          </a:prstGeom>
          <a:noFill/>
        </p:spPr>
        <p:txBody>
          <a:bodyPr bIns="504000" anchor="ctr"/>
          <a:lstStyle>
            <a:lvl1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1pPr>
            <a:lvl2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2pPr>
            <a:lvl3pPr marL="0" indent="0" algn="ctr">
              <a:lnSpc>
                <a:spcPct val="120000"/>
              </a:lnSpc>
              <a:spcBef>
                <a:spcPts val="0"/>
              </a:spcBef>
              <a:spcAft>
                <a:spcPts val="0"/>
              </a:spcAft>
              <a:buNone/>
              <a:defRPr sz="1000" b="0">
                <a:solidFill>
                  <a:schemeClr val="bg1"/>
                </a:solidFill>
                <a:latin typeface="+mn-lt"/>
              </a:defRPr>
            </a:lvl3pPr>
            <a:lvl4pPr marL="0" indent="0" algn="ctr">
              <a:lnSpc>
                <a:spcPct val="120000"/>
              </a:lnSpc>
              <a:spcBef>
                <a:spcPts val="0"/>
              </a:spcBef>
              <a:spcAft>
                <a:spcPts val="0"/>
              </a:spcAft>
              <a:buNone/>
              <a:defRPr sz="1000" b="0">
                <a:solidFill>
                  <a:schemeClr val="bg1"/>
                </a:solidFill>
                <a:latin typeface="+mn-lt"/>
              </a:defRPr>
            </a:lvl4pPr>
            <a:lvl5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5pPr>
            <a:lvl6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6pPr>
            <a:lvl7pPr marL="0" indent="0" algn="ctr">
              <a:lnSpc>
                <a:spcPct val="120000"/>
              </a:lnSpc>
              <a:spcBef>
                <a:spcPts val="0"/>
              </a:spcBef>
              <a:spcAft>
                <a:spcPts val="0"/>
              </a:spcAft>
              <a:buNone/>
              <a:defRPr sz="1000" b="0">
                <a:solidFill>
                  <a:schemeClr val="bg1"/>
                </a:solidFill>
                <a:latin typeface="+mn-lt"/>
              </a:defRPr>
            </a:lvl7pPr>
            <a:lvl8pPr marL="0" indent="0" algn="ctr">
              <a:lnSpc>
                <a:spcPct val="120000"/>
              </a:lnSpc>
              <a:spcBef>
                <a:spcPts val="0"/>
              </a:spcBef>
              <a:spcAft>
                <a:spcPts val="0"/>
              </a:spcAft>
              <a:buNone/>
              <a:defRPr sz="1000" b="0">
                <a:solidFill>
                  <a:schemeClr val="bg1"/>
                </a:solidFill>
                <a:latin typeface="+mn-lt"/>
              </a:defRPr>
            </a:lvl8pPr>
            <a:lvl9pPr marL="0" indent="0" algn="ctr">
              <a:lnSpc>
                <a:spcPct val="120000"/>
              </a:lnSpc>
              <a:spcBef>
                <a:spcPts val="0"/>
              </a:spcBef>
              <a:spcAft>
                <a:spcPts val="0"/>
              </a:spcAft>
              <a:buNone/>
              <a:defRPr sz="1000" b="0">
                <a:solidFill>
                  <a:schemeClr val="bg1"/>
                </a:solidFill>
                <a:latin typeface="+mn-lt"/>
              </a:defRPr>
            </a:lvl9pPr>
          </a:lstStyle>
          <a:p>
            <a:endParaRPr lang="en-GB"/>
          </a:p>
        </p:txBody>
      </p:sp>
      <p:sp>
        <p:nvSpPr>
          <p:cNvPr id="4" name="Callout: Line 3">
            <a:extLst>
              <a:ext uri="{FF2B5EF4-FFF2-40B4-BE49-F238E27FC236}">
                <a16:creationId xmlns:a16="http://schemas.microsoft.com/office/drawing/2014/main" id="{0BECFF34-FBF3-EB1A-B551-8D173B390939}"/>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tx1"/>
                </a:solidFill>
              </a:rPr>
              <a:t>Adjust transparency of the picture to ensure readability.</a:t>
            </a:r>
          </a:p>
        </p:txBody>
      </p:sp>
      <p:sp>
        <p:nvSpPr>
          <p:cNvPr id="9" name="Text Placeholder 8">
            <a:extLst>
              <a:ext uri="{FF2B5EF4-FFF2-40B4-BE49-F238E27FC236}">
                <a16:creationId xmlns:a16="http://schemas.microsoft.com/office/drawing/2014/main" id="{AE50D2D8-9A23-38EA-8F69-A5DC2F2051A5}"/>
              </a:ext>
            </a:extLst>
          </p:cNvPr>
          <p:cNvSpPr>
            <a:spLocks noGrp="1"/>
          </p:cNvSpPr>
          <p:nvPr>
            <p:ph type="body" sz="quarter" idx="10" hasCustomPrompt="1"/>
          </p:nvPr>
        </p:nvSpPr>
        <p:spPr>
          <a:xfrm>
            <a:off x="623888" y="2132832"/>
            <a:ext cx="5184000" cy="144000"/>
          </a:xfrm>
          <a:prstGeom prst="rect">
            <a:avLst/>
          </a:prstGeom>
        </p:spPr>
        <p:txBody>
          <a:bodyPr anchor="b"/>
          <a:lstStyle>
            <a:lvl1pPr marL="0" indent="0">
              <a:spcBef>
                <a:spcPts val="0"/>
              </a:spcBef>
              <a:spcAft>
                <a:spcPts val="0"/>
              </a:spcAft>
              <a:buFont typeface="Arial" panose="020B0604020202020204" pitchFamily="34" charset="0"/>
              <a:buNone/>
              <a:defRPr sz="1000">
                <a:solidFill>
                  <a:schemeClr val="bg1"/>
                </a:solidFill>
                <a:latin typeface="Onest Medium" pitchFamily="2" charset="0"/>
              </a:defRPr>
            </a:lvl1pPr>
            <a:lvl2pPr marL="0" indent="0">
              <a:spcBef>
                <a:spcPts val="0"/>
              </a:spcBef>
              <a:spcAft>
                <a:spcPts val="0"/>
              </a:spcAft>
              <a:buFont typeface="Arial" panose="020B0604020202020204" pitchFamily="34" charset="0"/>
              <a:buNone/>
              <a:defRPr sz="1000">
                <a:solidFill>
                  <a:schemeClr val="bg1"/>
                </a:solidFill>
                <a:latin typeface="Onest Medium" pitchFamily="2" charset="0"/>
              </a:defRPr>
            </a:lvl2pPr>
            <a:lvl3pPr marL="0" indent="0">
              <a:spcBef>
                <a:spcPts val="0"/>
              </a:spcBef>
              <a:spcAft>
                <a:spcPts val="0"/>
              </a:spcAft>
              <a:buNone/>
              <a:defRPr sz="1000">
                <a:solidFill>
                  <a:schemeClr val="bg1"/>
                </a:solidFill>
                <a:latin typeface="Onest Medium" pitchFamily="2" charset="0"/>
              </a:defRPr>
            </a:lvl3pPr>
            <a:lvl4pPr marL="0" indent="0">
              <a:spcBef>
                <a:spcPts val="0"/>
              </a:spcBef>
              <a:spcAft>
                <a:spcPts val="0"/>
              </a:spcAft>
              <a:buNone/>
              <a:defRPr sz="1000">
                <a:solidFill>
                  <a:schemeClr val="bg1"/>
                </a:solidFill>
                <a:latin typeface="Onest Medium" pitchFamily="2" charset="0"/>
              </a:defRPr>
            </a:lvl4pPr>
            <a:lvl5pPr marL="0" indent="0">
              <a:spcBef>
                <a:spcPts val="0"/>
              </a:spcBef>
              <a:spcAft>
                <a:spcPts val="0"/>
              </a:spcAft>
              <a:buFont typeface="Arial" panose="020B0604020202020204" pitchFamily="34" charset="0"/>
              <a:buNone/>
              <a:defRPr sz="1000">
                <a:solidFill>
                  <a:schemeClr val="bg1"/>
                </a:solidFill>
                <a:latin typeface="Onest Medium" pitchFamily="2" charset="0"/>
              </a:defRPr>
            </a:lvl5pPr>
            <a:lvl6pPr marL="0" indent="0">
              <a:spcBef>
                <a:spcPts val="0"/>
              </a:spcBef>
              <a:spcAft>
                <a:spcPts val="0"/>
              </a:spcAft>
              <a:buFont typeface="Arial" panose="020B0604020202020204" pitchFamily="34" charset="0"/>
              <a:buNone/>
              <a:defRPr sz="1000">
                <a:solidFill>
                  <a:schemeClr val="bg1"/>
                </a:solidFill>
                <a:latin typeface="Onest Medium" pitchFamily="2" charset="0"/>
              </a:defRPr>
            </a:lvl6pPr>
            <a:lvl7pPr marL="0" indent="0">
              <a:spcBef>
                <a:spcPts val="0"/>
              </a:spcBef>
              <a:spcAft>
                <a:spcPts val="0"/>
              </a:spcAft>
              <a:buNone/>
              <a:defRPr sz="1000">
                <a:solidFill>
                  <a:schemeClr val="bg1"/>
                </a:solidFill>
                <a:latin typeface="Onest Medium" pitchFamily="2" charset="0"/>
              </a:defRPr>
            </a:lvl7pPr>
            <a:lvl8pPr marL="0" indent="0">
              <a:spcBef>
                <a:spcPts val="0"/>
              </a:spcBef>
              <a:spcAft>
                <a:spcPts val="0"/>
              </a:spcAft>
              <a:buNone/>
              <a:defRPr sz="1000">
                <a:solidFill>
                  <a:schemeClr val="bg1"/>
                </a:solidFill>
                <a:latin typeface="Onest Medium" pitchFamily="2" charset="0"/>
              </a:defRPr>
            </a:lvl8pPr>
            <a:lvl9pPr marL="0" indent="0">
              <a:spcBef>
                <a:spcPts val="0"/>
              </a:spcBef>
              <a:spcAft>
                <a:spcPts val="0"/>
              </a:spcAft>
              <a:buNone/>
              <a:defRPr sz="1000">
                <a:solidFill>
                  <a:schemeClr val="bg1"/>
                </a:solidFill>
                <a:latin typeface="Onest Medium" pitchFamily="2" charset="0"/>
              </a:defRPr>
            </a:lvl9pPr>
          </a:lstStyle>
          <a:p>
            <a:pPr lvl="0"/>
            <a:r>
              <a:rPr lang="en-GB"/>
              <a:t>Name | Job title</a:t>
            </a:r>
          </a:p>
        </p:txBody>
      </p:sp>
      <p:sp>
        <p:nvSpPr>
          <p:cNvPr id="5" name="Titel 1">
            <a:extLst>
              <a:ext uri="{FF2B5EF4-FFF2-40B4-BE49-F238E27FC236}">
                <a16:creationId xmlns:a16="http://schemas.microsoft.com/office/drawing/2014/main" id="{28FB1C8E-D489-B130-3C91-F37FBA330CD2}"/>
              </a:ext>
            </a:extLst>
          </p:cNvPr>
          <p:cNvSpPr>
            <a:spLocks noGrp="1"/>
          </p:cNvSpPr>
          <p:nvPr>
            <p:ph type="ctrTitle" hasCustomPrompt="1"/>
          </p:nvPr>
        </p:nvSpPr>
        <p:spPr bwMode="gray">
          <a:xfrm>
            <a:off x="623393" y="2493048"/>
            <a:ext cx="6912470" cy="1224000"/>
          </a:xfrm>
        </p:spPr>
        <p:txBody>
          <a:bodyPr anchor="t"/>
          <a:lstStyle>
            <a:lvl1pPr algn="l">
              <a:defRPr sz="4000" b="0" i="0">
                <a:solidFill>
                  <a:schemeClr val="bg1"/>
                </a:solidFill>
                <a:latin typeface="Onest Medium" pitchFamily="2" charset="0"/>
              </a:defRPr>
            </a:lvl1pPr>
          </a:lstStyle>
          <a:p>
            <a:r>
              <a:rPr lang="en-GB"/>
              <a:t>Title of the presentation</a:t>
            </a:r>
          </a:p>
        </p:txBody>
      </p:sp>
      <p:sp>
        <p:nvSpPr>
          <p:cNvPr id="6" name="Untertitel 2">
            <a:extLst>
              <a:ext uri="{FF2B5EF4-FFF2-40B4-BE49-F238E27FC236}">
                <a16:creationId xmlns:a16="http://schemas.microsoft.com/office/drawing/2014/main" id="{CCD2E16E-B398-FD19-5654-9AE9C47B7FD0}"/>
              </a:ext>
            </a:extLst>
          </p:cNvPr>
          <p:cNvSpPr>
            <a:spLocks noGrp="1"/>
          </p:cNvSpPr>
          <p:nvPr>
            <p:ph type="subTitle" idx="1" hasCustomPrompt="1"/>
          </p:nvPr>
        </p:nvSpPr>
        <p:spPr bwMode="gray">
          <a:xfrm>
            <a:off x="623393" y="3861128"/>
            <a:ext cx="5184000" cy="720000"/>
          </a:xfrm>
          <a:prstGeom prst="rect">
            <a:avLst/>
          </a:prstGeom>
        </p:spPr>
        <p:txBody>
          <a:bodyPr/>
          <a:lstStyle>
            <a:lvl1pPr marL="0" indent="0" algn="l">
              <a:lnSpc>
                <a:spcPct val="120000"/>
              </a:lnSpc>
              <a:spcBef>
                <a:spcPts val="0"/>
              </a:spcBef>
              <a:spcAft>
                <a:spcPts val="0"/>
              </a:spcAft>
              <a:buFont typeface="Arial" panose="020B0604020202020204" pitchFamily="34" charset="0"/>
              <a:buNone/>
              <a:defRPr sz="1400" b="0">
                <a:solidFill>
                  <a:schemeClr val="bg1"/>
                </a:solidFill>
                <a:latin typeface="Onest Medium" pitchFamily="2" charset="0"/>
              </a:defRPr>
            </a:lvl1pPr>
            <a:lvl2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2pPr>
            <a:lvl3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3pPr>
            <a:lvl4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4pPr>
            <a:lvl5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5pPr>
            <a:lvl6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6pPr>
            <a:lvl7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7pPr>
            <a:lvl8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8pPr>
            <a:lvl9pPr marL="0" indent="0" algn="l">
              <a:lnSpc>
                <a:spcPct val="120000"/>
              </a:lnSpc>
              <a:spcBef>
                <a:spcPts val="400"/>
              </a:spcBef>
              <a:spcAft>
                <a:spcPts val="0"/>
              </a:spcAft>
              <a:buFont typeface="Arial" panose="020B0604020202020204" pitchFamily="34" charset="0"/>
              <a:buNone/>
              <a:defRPr sz="1000" b="0">
                <a:solidFill>
                  <a:schemeClr val="bg1"/>
                </a:solidFill>
                <a:latin typeface="Onest Medium" pitchFamily="2" charset="0"/>
              </a:defRPr>
            </a:lvl9pPr>
          </a:lstStyle>
          <a:p>
            <a:r>
              <a:rPr lang="en-GB"/>
              <a:t>Optional subtitle, use list level 2 to add a date</a:t>
            </a:r>
          </a:p>
          <a:p>
            <a:pPr lvl="1"/>
            <a:r>
              <a:rPr lang="en-GB"/>
              <a:t>Date</a:t>
            </a:r>
          </a:p>
          <a:p>
            <a:pPr lvl="2"/>
            <a:endParaRPr lang="en-GB"/>
          </a:p>
        </p:txBody>
      </p:sp>
      <p:sp>
        <p:nvSpPr>
          <p:cNvPr id="8" name="Fußzeilenplatzhalter 4">
            <a:extLst>
              <a:ext uri="{FF2B5EF4-FFF2-40B4-BE49-F238E27FC236}">
                <a16:creationId xmlns:a16="http://schemas.microsoft.com/office/drawing/2014/main" id="{B1166E63-14EF-37CA-7FF8-C0D9FE429995}"/>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chemeClr val="bg1"/>
                </a:solidFill>
              </a:defRPr>
            </a:lvl1pPr>
          </a:lstStyle>
          <a:p>
            <a:r>
              <a:rPr lang="en-GB"/>
              <a:t>CONFIDENTIAL – SHARED UNDER NDA. DO NOT FORWARD.</a:t>
            </a:r>
          </a:p>
        </p:txBody>
      </p:sp>
      <p:sp>
        <p:nvSpPr>
          <p:cNvPr id="3" name="Text Placeholder 10">
            <a:extLst>
              <a:ext uri="{FF2B5EF4-FFF2-40B4-BE49-F238E27FC236}">
                <a16:creationId xmlns:a16="http://schemas.microsoft.com/office/drawing/2014/main" id="{8AA6BAAB-FB7A-2FBE-510F-B76D02B4F18B}"/>
              </a:ext>
              <a:ext uri="{C183D7F6-B498-43B3-948B-1728B52AA6E4}">
                <adec:decorative xmlns:adec="http://schemas.microsoft.com/office/drawing/2017/decorative" val="1"/>
              </a:ext>
            </a:extLst>
          </p:cNvPr>
          <p:cNvSpPr>
            <a:spLocks noGrp="1"/>
          </p:cNvSpPr>
          <p:nvPr>
            <p:ph type="body" sz="quarter" idx="14" hasCustomPrompt="1"/>
          </p:nvPr>
        </p:nvSpPr>
        <p:spPr>
          <a:xfrm>
            <a:off x="623392" y="620689"/>
            <a:ext cx="1080000" cy="374400"/>
          </a:xfrm>
          <a:prstGeom prst="rect">
            <a:avLst/>
          </a:prstGeo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marL="0" indent="0">
              <a:spcBef>
                <a:spcPts val="0"/>
              </a:spcBef>
              <a:spcAft>
                <a:spcPts val="0"/>
              </a:spcAft>
              <a:buFont typeface="Arial" panose="020B0604020202020204" pitchFamily="34" charset="0"/>
              <a:buNone/>
              <a:defRPr sz="1000" b="0">
                <a:noFill/>
                <a:latin typeface="+mn-lt"/>
              </a:defRPr>
            </a:lvl1pPr>
            <a:lvl2pPr marL="0" indent="0">
              <a:spcBef>
                <a:spcPts val="0"/>
              </a:spcBef>
              <a:spcAft>
                <a:spcPts val="0"/>
              </a:spcAft>
              <a:buFont typeface="Arial" panose="020B0604020202020204" pitchFamily="34" charset="0"/>
              <a:buNone/>
              <a:defRPr sz="1000" b="0">
                <a:noFill/>
                <a:latin typeface="+mn-lt"/>
              </a:defRPr>
            </a:lvl2pPr>
            <a:lvl3pPr marL="0" indent="0">
              <a:spcBef>
                <a:spcPts val="0"/>
              </a:spcBef>
              <a:spcAft>
                <a:spcPts val="0"/>
              </a:spcAft>
              <a:buNone/>
              <a:defRPr sz="1000" b="0">
                <a:noFill/>
                <a:latin typeface="+mn-lt"/>
              </a:defRPr>
            </a:lvl3pPr>
            <a:lvl4pPr marL="0" indent="0">
              <a:spcBef>
                <a:spcPts val="0"/>
              </a:spcBef>
              <a:spcAft>
                <a:spcPts val="0"/>
              </a:spcAft>
              <a:buNone/>
              <a:defRPr sz="1000" b="0">
                <a:noFill/>
                <a:latin typeface="+mn-lt"/>
              </a:defRPr>
            </a:lvl4pPr>
            <a:lvl5pPr marL="0" indent="0">
              <a:spcBef>
                <a:spcPts val="0"/>
              </a:spcBef>
              <a:spcAft>
                <a:spcPts val="0"/>
              </a:spcAft>
              <a:buFont typeface="Arial" panose="020B0604020202020204" pitchFamily="34" charset="0"/>
              <a:buNone/>
              <a:defRPr sz="1000" b="0">
                <a:noFill/>
                <a:latin typeface="+mn-lt"/>
              </a:defRPr>
            </a:lvl5pPr>
            <a:lvl6pPr marL="0" indent="0">
              <a:spcBef>
                <a:spcPts val="0"/>
              </a:spcBef>
              <a:spcAft>
                <a:spcPts val="0"/>
              </a:spcAft>
              <a:buFont typeface="Arial" panose="020B0604020202020204" pitchFamily="34" charset="0"/>
              <a:buNone/>
              <a:defRPr sz="1000" b="0">
                <a:noFill/>
                <a:latin typeface="+mn-lt"/>
              </a:defRPr>
            </a:lvl6pPr>
            <a:lvl7pPr marL="0" indent="0">
              <a:spcBef>
                <a:spcPts val="0"/>
              </a:spcBef>
              <a:spcAft>
                <a:spcPts val="0"/>
              </a:spcAft>
              <a:buNone/>
              <a:defRPr sz="1000" b="0">
                <a:noFill/>
                <a:latin typeface="+mn-lt"/>
              </a:defRPr>
            </a:lvl7pPr>
            <a:lvl8pPr marL="0" indent="0">
              <a:spcBef>
                <a:spcPts val="0"/>
              </a:spcBef>
              <a:spcAft>
                <a:spcPts val="0"/>
              </a:spcAft>
              <a:buNone/>
              <a:defRPr sz="1000" b="0">
                <a:noFill/>
                <a:latin typeface="+mn-lt"/>
              </a:defRPr>
            </a:lvl8pPr>
            <a:lvl9pPr marL="0" indent="0">
              <a:spcBef>
                <a:spcPts val="0"/>
              </a:spcBef>
              <a:spcAft>
                <a:spcPts val="0"/>
              </a:spcAft>
              <a:buNone/>
              <a:defRPr sz="1000" b="0">
                <a:noFill/>
                <a:latin typeface="+mn-lt"/>
              </a:defRPr>
            </a:lvl9pPr>
          </a:lstStyle>
          <a:p>
            <a:pPr lvl="0"/>
            <a:r>
              <a:rPr lang="en-GB"/>
              <a:t> </a:t>
            </a:r>
          </a:p>
        </p:txBody>
      </p:sp>
      <p:sp>
        <p:nvSpPr>
          <p:cNvPr id="11" name="Date Placeholder 3">
            <a:extLst>
              <a:ext uri="{FF2B5EF4-FFF2-40B4-BE49-F238E27FC236}">
                <a16:creationId xmlns:a16="http://schemas.microsoft.com/office/drawing/2014/main" id="{E7FF38C0-2225-C9AC-B499-DE83DC535F2F}"/>
              </a:ext>
            </a:extLst>
          </p:cNvPr>
          <p:cNvSpPr>
            <a:spLocks noGrp="1"/>
          </p:cNvSpPr>
          <p:nvPr>
            <p:ph type="dt" sz="half" idx="2"/>
          </p:nvPr>
        </p:nvSpPr>
        <p:spPr>
          <a:xfrm>
            <a:off x="9264608" y="6525360"/>
            <a:ext cx="2304000" cy="144000"/>
          </a:xfrm>
          <a:prstGeom prst="rect">
            <a:avLst/>
          </a:prstGeom>
        </p:spPr>
        <p:txBody>
          <a:bodyPr vert="horz" lIns="0" tIns="0" rIns="0" bIns="0" rtlCol="0" anchor="ctr"/>
          <a:lstStyle>
            <a:lvl1pPr algn="r">
              <a:defRPr sz="700">
                <a:solidFill>
                  <a:schemeClr val="bg1"/>
                </a:solidFill>
              </a:defRPr>
            </a:lvl1pPr>
          </a:lstStyle>
          <a:p>
            <a:r>
              <a:rPr lang="de-DE"/>
              <a:t>© 2026 BlackBerry Limited. All rights reserved.</a:t>
            </a:r>
            <a:endParaRPr lang="en-US"/>
          </a:p>
        </p:txBody>
      </p:sp>
    </p:spTree>
    <p:extLst>
      <p:ext uri="{BB962C8B-B14F-4D97-AF65-F5344CB8AC3E}">
        <p14:creationId xmlns:p14="http://schemas.microsoft.com/office/powerpoint/2010/main" val="3404376624"/>
      </p:ext>
    </p:extLst>
  </p:cSld>
  <p:clrMapOvr>
    <a:masterClrMapping/>
  </p:clrMapOvr>
  <p:extLst>
    <p:ext uri="{DCECCB84-F9BA-43D5-87BE-67443E8EF086}">
      <p15:sldGuideLst xmlns:p15="http://schemas.microsoft.com/office/powerpoint/2012/main">
        <p15:guide id="1" orient="horz" pos="1344" userDrawn="1">
          <p15:clr>
            <a:srgbClr val="5ACBF0"/>
          </p15:clr>
        </p15:guide>
        <p15:guide id="2" pos="393" userDrawn="1">
          <p15:clr>
            <a:srgbClr val="5ACBF0"/>
          </p15:clr>
        </p15:guide>
        <p15:guide id="3" pos="4747" userDrawn="1">
          <p15:clr>
            <a:srgbClr val="5ACBF0"/>
          </p15:clr>
        </p15:guide>
        <p15:guide id="4" orient="horz" pos="2886"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8"/>
            <a:ext cx="1727696" cy="504000"/>
          </a:xfrm>
        </p:spPr>
        <p:txBody>
          <a:bodyPr/>
          <a:lstStyle>
            <a:lvl1pPr>
              <a:defRPr/>
            </a:lvl1pPr>
          </a:lstStyle>
          <a:p>
            <a:r>
              <a:rPr lang="en-GB"/>
              <a:t>Agenda</a:t>
            </a:r>
          </a:p>
        </p:txBody>
      </p:sp>
      <p:sp>
        <p:nvSpPr>
          <p:cNvPr id="10" name="Textplatzhalter 9"/>
          <p:cNvSpPr>
            <a:spLocks noGrp="1"/>
          </p:cNvSpPr>
          <p:nvPr>
            <p:ph type="body" sz="quarter" idx="15" hasCustomPrompt="1"/>
          </p:nvPr>
        </p:nvSpPr>
        <p:spPr bwMode="invGray">
          <a:xfrm>
            <a:off x="2350666" y="1773237"/>
            <a:ext cx="4607737" cy="4464075"/>
          </a:xfrm>
          <a:prstGeom prst="rect">
            <a:avLst/>
          </a:prstGeom>
        </p:spPr>
        <p:txBody>
          <a:bodyPr tIns="108000"/>
          <a:lstStyle>
            <a:lvl1pPr marL="216000" indent="-216000">
              <a:spcBef>
                <a:spcPts val="800"/>
              </a:spcBef>
              <a:spcAft>
                <a:spcPts val="200"/>
              </a:spcAft>
              <a:buClr>
                <a:schemeClr val="bg2"/>
              </a:buClr>
              <a:buFont typeface="Wingdings" panose="05000000000000000000" pitchFamily="2" charset="2"/>
              <a:buChar char="§"/>
              <a:tabLst>
                <a:tab pos="3456000" algn="r"/>
              </a:tabLst>
              <a:defRPr sz="1800">
                <a:solidFill>
                  <a:schemeClr val="tx1"/>
                </a:solidFill>
                <a:latin typeface="Onest Medium" pitchFamily="2" charset="0"/>
              </a:defRPr>
            </a:lvl1pPr>
            <a:lvl2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2pPr>
            <a:lvl3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3pPr>
            <a:lvl4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4pPr>
            <a:lvl5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5pPr>
            <a:lvl6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6pPr>
            <a:lvl7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7pPr>
            <a:lvl8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8pPr>
            <a:lvl9pPr marL="432000" indent="-216000">
              <a:spcBef>
                <a:spcPts val="100"/>
              </a:spcBef>
              <a:spcAft>
                <a:spcPts val="100"/>
              </a:spcAft>
              <a:buClrTx/>
              <a:buFont typeface="Onest" pitchFamily="2" charset="0"/>
              <a:buChar char="–"/>
              <a:tabLst>
                <a:tab pos="3456000" algn="r"/>
              </a:tabLst>
              <a:defRPr sz="1400">
                <a:solidFill>
                  <a:schemeClr val="tx1"/>
                </a:solidFill>
                <a:latin typeface="+mn-lt"/>
              </a:defRPr>
            </a:lvl9pPr>
          </a:lstStyle>
          <a:p>
            <a:pPr lvl="0"/>
            <a:r>
              <a:rPr lang="en-GB"/>
              <a:t>Add agenda topics, for subtopic use list level 2</a:t>
            </a:r>
          </a:p>
          <a:p>
            <a:pPr lvl="1"/>
            <a:r>
              <a:rPr lang="en-GB"/>
              <a:t>Chapter title</a:t>
            </a:r>
          </a:p>
          <a:p>
            <a:pPr lvl="2"/>
            <a:r>
              <a:rPr lang="en-GB"/>
              <a:t>Subtitle</a:t>
            </a:r>
          </a:p>
          <a:p>
            <a:pPr lvl="3"/>
            <a:r>
              <a:rPr lang="en-GB"/>
              <a:t>4</a:t>
            </a:r>
          </a:p>
          <a:p>
            <a:pPr lvl="4"/>
            <a:r>
              <a:rPr lang="en-GB"/>
              <a:t>5</a:t>
            </a:r>
          </a:p>
          <a:p>
            <a:pPr lvl="5"/>
            <a:r>
              <a:rPr lang="en-GB"/>
              <a:t>6</a:t>
            </a:r>
          </a:p>
          <a:p>
            <a:pPr lvl="6"/>
            <a:r>
              <a:rPr lang="en-GB"/>
              <a:t>7</a:t>
            </a:r>
          </a:p>
          <a:p>
            <a:pPr lvl="7"/>
            <a:r>
              <a:rPr lang="en-GB"/>
              <a:t>8</a:t>
            </a:r>
          </a:p>
          <a:p>
            <a:pPr lvl="8"/>
            <a:r>
              <a:rPr lang="en-GB"/>
              <a:t>9</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invGray">
          <a:xfrm>
            <a:off x="7535441" y="1773782"/>
            <a:ext cx="4032671" cy="4464075"/>
          </a:xfrm>
          <a:prstGeom prst="rect">
            <a:avLst/>
          </a:prstGeom>
        </p:spPr>
        <p:txBody>
          <a:bodyPr tIns="108000"/>
          <a:lstStyle>
            <a:lvl1pPr marL="0" indent="0">
              <a:spcBef>
                <a:spcPts val="800"/>
              </a:spcBef>
              <a:spcAft>
                <a:spcPts val="200"/>
              </a:spcAft>
              <a:buFont typeface="+mj-lt"/>
              <a:buNone/>
              <a:tabLst>
                <a:tab pos="3456000" algn="r"/>
              </a:tabLst>
              <a:defRPr sz="1800">
                <a:solidFill>
                  <a:schemeClr val="tx1"/>
                </a:solidFill>
                <a:latin typeface="Onest Medium" pitchFamily="2" charset="0"/>
              </a:defRPr>
            </a:lvl1pPr>
            <a:lvl2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2pPr>
            <a:lvl3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3pPr>
            <a:lvl4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4pPr>
            <a:lvl5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5pPr>
            <a:lvl6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6pPr>
            <a:lvl7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7pPr>
            <a:lvl8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8pPr>
            <a:lvl9pPr marL="0" indent="0">
              <a:spcBef>
                <a:spcPts val="100"/>
              </a:spcBef>
              <a:spcAft>
                <a:spcPts val="100"/>
              </a:spcAft>
              <a:buFont typeface="Arial" panose="020B0604020202020204" pitchFamily="34" charset="0"/>
              <a:buNone/>
              <a:tabLst>
                <a:tab pos="3456000" algn="r"/>
              </a:tabLst>
              <a:defRPr sz="1400">
                <a:solidFill>
                  <a:schemeClr val="tx1"/>
                </a:solidFill>
                <a:latin typeface="+mn-lt"/>
              </a:defRPr>
            </a:lvl9pPr>
          </a:lstStyle>
          <a:p>
            <a:pPr lvl="0"/>
            <a:r>
              <a:rPr lang="en-GB"/>
              <a:t>Add presenter</a:t>
            </a:r>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Tree>
    <p:extLst>
      <p:ext uri="{BB962C8B-B14F-4D97-AF65-F5344CB8AC3E}">
        <p14:creationId xmlns:p14="http://schemas.microsoft.com/office/powerpoint/2010/main" val="3613180827"/>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9" pos="393" userDrawn="1">
          <p15:clr>
            <a:srgbClr val="5ACBF0"/>
          </p15:clr>
        </p15:guide>
        <p15:guide id="10" pos="438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392" y="620687"/>
            <a:ext cx="6911974" cy="504000"/>
          </a:xfrm>
        </p:spPr>
        <p:txBody>
          <a:bodyPr/>
          <a:lstStyle>
            <a:lvl1pPr>
              <a:defRPr/>
            </a:lvl1pPr>
          </a:lstStyle>
          <a:p>
            <a:r>
              <a:rPr lang="en-GB"/>
              <a:t>Table of contents</a:t>
            </a:r>
          </a:p>
        </p:txBody>
      </p:sp>
      <p:sp>
        <p:nvSpPr>
          <p:cNvPr id="10" name="Textplatzhalter 9"/>
          <p:cNvSpPr>
            <a:spLocks noGrp="1"/>
          </p:cNvSpPr>
          <p:nvPr>
            <p:ph type="body" sz="quarter" idx="15" hasCustomPrompt="1"/>
          </p:nvPr>
        </p:nvSpPr>
        <p:spPr bwMode="invGray">
          <a:xfrm>
            <a:off x="2351584" y="1773237"/>
            <a:ext cx="4032000" cy="4464075"/>
          </a:xfrm>
          <a:prstGeom prst="rect">
            <a:avLst/>
          </a:prstGeo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
        <p:nvSpPr>
          <p:cNvPr id="11" name="Textplatzhalter 9">
            <a:extLst>
              <a:ext uri="{FF2B5EF4-FFF2-40B4-BE49-F238E27FC236}">
                <a16:creationId xmlns:a16="http://schemas.microsoft.com/office/drawing/2014/main" id="{EB524B4F-120D-5907-6DAD-2EC69364EDF8}"/>
              </a:ext>
            </a:extLst>
          </p:cNvPr>
          <p:cNvSpPr>
            <a:spLocks noGrp="1"/>
          </p:cNvSpPr>
          <p:nvPr>
            <p:ph type="body" sz="quarter" idx="16" hasCustomPrompt="1"/>
          </p:nvPr>
        </p:nvSpPr>
        <p:spPr bwMode="invGray">
          <a:xfrm>
            <a:off x="7536608" y="1773237"/>
            <a:ext cx="4032000" cy="4464075"/>
          </a:xfrm>
          <a:prstGeom prst="rect">
            <a:avLst/>
          </a:prstGeom>
        </p:spPr>
        <p:txBody>
          <a:bodyPr/>
          <a:lstStyle>
            <a:lvl1pPr marL="0" indent="0">
              <a:spcBef>
                <a:spcPts val="2000"/>
              </a:spcBef>
              <a:spcAft>
                <a:spcPts val="0"/>
              </a:spcAft>
              <a:buFont typeface="+mj-lt"/>
              <a:buNone/>
              <a:tabLst>
                <a:tab pos="3456000" algn="r"/>
              </a:tabLst>
              <a:defRPr sz="1400">
                <a:latin typeface="+mj-lt"/>
              </a:defRPr>
            </a:lvl1pPr>
            <a:lvl2pPr marL="0" indent="0">
              <a:spcBef>
                <a:spcPts val="400"/>
              </a:spcBef>
              <a:spcAft>
                <a:spcPts val="400"/>
              </a:spcAft>
              <a:buFont typeface="Arial" panose="020B0604020202020204" pitchFamily="34" charset="0"/>
              <a:buNone/>
              <a:tabLst>
                <a:tab pos="3456000" algn="r"/>
              </a:tabLst>
              <a:defRPr sz="1800">
                <a:solidFill>
                  <a:schemeClr val="bg2"/>
                </a:solidFill>
              </a:defRPr>
            </a:lvl2pPr>
            <a:lvl3pPr marL="0" indent="0">
              <a:spcBef>
                <a:spcPts val="200"/>
              </a:spcBef>
              <a:spcAft>
                <a:spcPts val="200"/>
              </a:spcAft>
              <a:buFont typeface="Arial" panose="020B0604020202020204" pitchFamily="34" charset="0"/>
              <a:buNone/>
              <a:tabLst>
                <a:tab pos="3456000" algn="r"/>
              </a:tabLst>
              <a:defRPr sz="1400">
                <a:latin typeface="+mn-lt"/>
              </a:defRPr>
            </a:lvl3pPr>
            <a:lvl4pPr marL="0" indent="0">
              <a:spcBef>
                <a:spcPts val="200"/>
              </a:spcBef>
              <a:spcAft>
                <a:spcPts val="200"/>
              </a:spcAft>
              <a:buFont typeface="Arial" panose="020B0604020202020204" pitchFamily="34" charset="0"/>
              <a:buNone/>
              <a:tabLst>
                <a:tab pos="3456000" algn="r"/>
              </a:tabLst>
              <a:defRPr sz="1400">
                <a:latin typeface="+mn-lt"/>
              </a:defRPr>
            </a:lvl4pPr>
            <a:lvl5pPr marL="0" indent="0">
              <a:spcBef>
                <a:spcPts val="200"/>
              </a:spcBef>
              <a:spcAft>
                <a:spcPts val="200"/>
              </a:spcAft>
              <a:buFont typeface="Arial" panose="020B0604020202020204" pitchFamily="34" charset="0"/>
              <a:buNone/>
              <a:tabLst>
                <a:tab pos="3456000" algn="r"/>
              </a:tabLst>
              <a:defRPr sz="1400">
                <a:latin typeface="+mn-lt"/>
              </a:defRPr>
            </a:lvl5pPr>
            <a:lvl6pPr marL="0" indent="0">
              <a:spcBef>
                <a:spcPts val="200"/>
              </a:spcBef>
              <a:spcAft>
                <a:spcPts val="200"/>
              </a:spcAft>
              <a:buFont typeface="Arial" panose="020B0604020202020204" pitchFamily="34" charset="0"/>
              <a:buNone/>
              <a:tabLst>
                <a:tab pos="3456000" algn="r"/>
              </a:tabLst>
              <a:defRPr sz="1400">
                <a:latin typeface="+mn-lt"/>
              </a:defRPr>
            </a:lvl6pPr>
            <a:lvl7pPr marL="0" indent="0">
              <a:spcBef>
                <a:spcPts val="200"/>
              </a:spcBef>
              <a:spcAft>
                <a:spcPts val="200"/>
              </a:spcAft>
              <a:buFont typeface="Arial" panose="020B0604020202020204" pitchFamily="34" charset="0"/>
              <a:buNone/>
              <a:tabLst>
                <a:tab pos="3456000" algn="r"/>
              </a:tabLst>
              <a:defRPr sz="1400">
                <a:latin typeface="+mn-lt"/>
              </a:defRPr>
            </a:lvl7pPr>
            <a:lvl8pPr marL="0" indent="0">
              <a:spcBef>
                <a:spcPts val="200"/>
              </a:spcBef>
              <a:spcAft>
                <a:spcPts val="200"/>
              </a:spcAft>
              <a:buFont typeface="Arial" panose="020B0604020202020204" pitchFamily="34" charset="0"/>
              <a:buNone/>
              <a:tabLst>
                <a:tab pos="3456000" algn="r"/>
              </a:tabLst>
              <a:defRPr sz="1400">
                <a:latin typeface="+mn-lt"/>
              </a:defRPr>
            </a:lvl8pPr>
            <a:lvl9pPr marL="0" indent="0">
              <a:spcBef>
                <a:spcPts val="200"/>
              </a:spcBef>
              <a:spcAft>
                <a:spcPts val="200"/>
              </a:spcAft>
              <a:buFont typeface="Arial" panose="020B0604020202020204" pitchFamily="34" charset="0"/>
              <a:buNone/>
              <a:tabLst>
                <a:tab pos="3456000" algn="r"/>
              </a:tabLst>
              <a:defRPr sz="1400">
                <a:latin typeface="+mn-lt"/>
              </a:defRPr>
            </a:lvl9pPr>
          </a:lstStyle>
          <a:p>
            <a:pPr lvl="0"/>
            <a:r>
              <a:rPr lang="en-GB"/>
              <a:t>List level 1 chapter number, for chapter title and subtitles use list level 2 and 3</a:t>
            </a:r>
          </a:p>
          <a:p>
            <a:pPr lvl="1"/>
            <a:r>
              <a:rPr lang="en-GB"/>
              <a:t>Chapter title</a:t>
            </a:r>
          </a:p>
          <a:p>
            <a:pPr lvl="2"/>
            <a:r>
              <a:rPr lang="en-GB"/>
              <a:t>Subtitle</a:t>
            </a:r>
          </a:p>
          <a:p>
            <a:pPr lvl="3"/>
            <a:endParaRPr lang="en-GB"/>
          </a:p>
        </p:txBody>
      </p:sp>
    </p:spTree>
    <p:extLst>
      <p:ext uri="{BB962C8B-B14F-4D97-AF65-F5344CB8AC3E}">
        <p14:creationId xmlns:p14="http://schemas.microsoft.com/office/powerpoint/2010/main" val="4095595492"/>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1481"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4747" userDrawn="1">
          <p15:clr>
            <a:srgbClr val="5ACBF0"/>
          </p15:clr>
        </p15:guide>
        <p15:guide id="8" pos="4021" userDrawn="1">
          <p15:clr>
            <a:srgbClr val="5ACBF0"/>
          </p15:clr>
        </p15:guide>
        <p15:guide id="9" pos="393"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bg1"/>
        </a:solidFill>
        <a:effectLst/>
      </p:bgPr>
    </p:bg>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9" name="Text Placeholder 8">
            <a:extLst>
              <a:ext uri="{FF2B5EF4-FFF2-40B4-BE49-F238E27FC236}">
                <a16:creationId xmlns:a16="http://schemas.microsoft.com/office/drawing/2014/main" id="{821221DD-91C5-CDA2-3A9D-3DDCD14364FD}"/>
              </a:ext>
            </a:extLst>
          </p:cNvPr>
          <p:cNvSpPr>
            <a:spLocks noGrp="1"/>
          </p:cNvSpPr>
          <p:nvPr>
            <p:ph type="body" sz="quarter" idx="13" hasCustomPrompt="1"/>
          </p:nvPr>
        </p:nvSpPr>
        <p:spPr>
          <a:xfrm>
            <a:off x="631852" y="1772816"/>
            <a:ext cx="5183999" cy="504056"/>
          </a:xfrm>
          <a:prstGeom prst="rect">
            <a:avLst/>
          </a:prstGeom>
        </p:spPr>
        <p:txBody>
          <a:bodyPr lIns="18000" anchor="b"/>
          <a:lstStyle>
            <a:lvl1pPr marL="0" indent="0">
              <a:spcBef>
                <a:spcPts val="0"/>
              </a:spcBef>
              <a:spcAft>
                <a:spcPts val="0"/>
              </a:spcAft>
              <a:buFont typeface="Arial" panose="020B0604020202020204" pitchFamily="34" charset="0"/>
              <a:buNone/>
              <a:defRPr sz="1800">
                <a:latin typeface="Onest Medium" pitchFamily="2" charset="0"/>
              </a:defRPr>
            </a:lvl1pPr>
            <a:lvl2pPr marL="0" indent="0">
              <a:spcBef>
                <a:spcPts val="0"/>
              </a:spcBef>
              <a:spcAft>
                <a:spcPts val="0"/>
              </a:spcAft>
              <a:buFont typeface="Arial" panose="020B0604020202020204" pitchFamily="34" charset="0"/>
              <a:buNone/>
              <a:defRPr sz="1800">
                <a:latin typeface="Onest Medium" pitchFamily="2" charset="0"/>
              </a:defRPr>
            </a:lvl2pPr>
            <a:lvl3pPr marL="0" indent="0">
              <a:spcBef>
                <a:spcPts val="0"/>
              </a:spcBef>
              <a:spcAft>
                <a:spcPts val="0"/>
              </a:spcAft>
              <a:buNone/>
              <a:defRPr sz="1800">
                <a:latin typeface="Onest Medium" pitchFamily="2" charset="0"/>
              </a:defRPr>
            </a:lvl3pPr>
            <a:lvl4pPr marL="0" indent="0">
              <a:spcBef>
                <a:spcPts val="0"/>
              </a:spcBef>
              <a:spcAft>
                <a:spcPts val="0"/>
              </a:spcAft>
              <a:buNone/>
              <a:defRPr sz="1800">
                <a:latin typeface="Onest Medium" pitchFamily="2" charset="0"/>
              </a:defRPr>
            </a:lvl4pPr>
            <a:lvl5pPr marL="0" indent="0">
              <a:spcBef>
                <a:spcPts val="0"/>
              </a:spcBef>
              <a:spcAft>
                <a:spcPts val="0"/>
              </a:spcAft>
              <a:buFont typeface="Arial" panose="020B0604020202020204" pitchFamily="34" charset="0"/>
              <a:buNone/>
              <a:defRPr sz="1800">
                <a:latin typeface="Onest Medium" pitchFamily="2" charset="0"/>
              </a:defRPr>
            </a:lvl5pPr>
            <a:lvl6pPr marL="0" indent="0">
              <a:spcBef>
                <a:spcPts val="0"/>
              </a:spcBef>
              <a:spcAft>
                <a:spcPts val="0"/>
              </a:spcAft>
              <a:buFont typeface="Arial" panose="020B0604020202020204" pitchFamily="34" charset="0"/>
              <a:buNone/>
              <a:defRPr sz="1800">
                <a:latin typeface="Onest Medium" pitchFamily="2" charset="0"/>
              </a:defRPr>
            </a:lvl6pPr>
            <a:lvl7pPr marL="0" indent="0">
              <a:spcBef>
                <a:spcPts val="0"/>
              </a:spcBef>
              <a:spcAft>
                <a:spcPts val="0"/>
              </a:spcAft>
              <a:buNone/>
              <a:defRPr sz="1800">
                <a:latin typeface="Onest Medium" pitchFamily="2" charset="0"/>
              </a:defRPr>
            </a:lvl7pPr>
            <a:lvl8pPr marL="0" indent="0">
              <a:spcBef>
                <a:spcPts val="0"/>
              </a:spcBef>
              <a:spcAft>
                <a:spcPts val="0"/>
              </a:spcAft>
              <a:buNone/>
              <a:defRPr sz="1800">
                <a:latin typeface="Onest Medium" pitchFamily="2" charset="0"/>
              </a:defRPr>
            </a:lvl8pPr>
            <a:lvl9pPr marL="0" indent="0">
              <a:spcBef>
                <a:spcPts val="0"/>
              </a:spcBef>
              <a:spcAft>
                <a:spcPts val="0"/>
              </a:spcAft>
              <a:buNone/>
              <a:defRPr sz="1800">
                <a:latin typeface="Onest Medium" pitchFamily="2" charset="0"/>
              </a:defRPr>
            </a:lvl9pPr>
          </a:lstStyle>
          <a:p>
            <a:pPr lvl="0"/>
            <a:r>
              <a:rPr lang="en-GB"/>
              <a:t>Chapter 0X.</a:t>
            </a:r>
          </a:p>
        </p:txBody>
      </p:sp>
      <p:sp>
        <p:nvSpPr>
          <p:cNvPr id="2" name="Titel 1"/>
          <p:cNvSpPr>
            <a:spLocks noGrp="1"/>
          </p:cNvSpPr>
          <p:nvPr>
            <p:ph type="title" hasCustomPrompt="1"/>
          </p:nvPr>
        </p:nvSpPr>
        <p:spPr bwMode="black">
          <a:xfrm>
            <a:off x="631852" y="2348880"/>
            <a:ext cx="5184000" cy="1223936"/>
          </a:xfrm>
        </p:spPr>
        <p:txBody>
          <a:bodyPr anchor="t"/>
          <a:lstStyle>
            <a:lvl1pPr>
              <a:defRPr sz="4000">
                <a:solidFill>
                  <a:schemeClr val="tx1"/>
                </a:solidFill>
              </a:defRPr>
            </a:lvl1pPr>
          </a:lstStyle>
          <a:p>
            <a:r>
              <a:rPr lang="en-GB"/>
              <a:t>Chapter title</a:t>
            </a:r>
          </a:p>
        </p:txBody>
      </p:sp>
      <p:pic>
        <p:nvPicPr>
          <p:cNvPr id="7" name="Graphic 6">
            <a:extLst>
              <a:ext uri="{FF2B5EF4-FFF2-40B4-BE49-F238E27FC236}">
                <a16:creationId xmlns:a16="http://schemas.microsoft.com/office/drawing/2014/main" id="{107BA4A2-8208-6854-102F-3D7D527297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l="1" r="50035" b="50031"/>
          <a:stretch/>
        </p:blipFill>
        <p:spPr>
          <a:xfrm>
            <a:off x="6363496" y="1028962"/>
            <a:ext cx="5828504" cy="5829038"/>
          </a:xfrm>
          <a:prstGeom prst="rect">
            <a:avLst/>
          </a:prstGeom>
        </p:spPr>
      </p:pic>
    </p:spTree>
    <p:extLst>
      <p:ext uri="{BB962C8B-B14F-4D97-AF65-F5344CB8AC3E}">
        <p14:creationId xmlns:p14="http://schemas.microsoft.com/office/powerpoint/2010/main" val="339337518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vider | Picture">
    <p:bg>
      <p:bgPr>
        <a:solidFill>
          <a:schemeClr val="bg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58AB73F0-BBD8-5C26-BE7A-C600237E07EE}"/>
              </a:ext>
              <a:ext uri="{C183D7F6-B498-43B3-948B-1728B52AA6E4}">
                <adec:decorative xmlns:adec="http://schemas.microsoft.com/office/drawing/2017/decorative" val="1"/>
              </a:ext>
            </a:extLst>
          </p:cNvPr>
          <p:cNvSpPr>
            <a:spLocks noGrp="1"/>
          </p:cNvSpPr>
          <p:nvPr>
            <p:ph type="pic" sz="quarter" idx="13"/>
          </p:nvPr>
        </p:nvSpPr>
        <p:spPr bwMode="gray">
          <a:xfrm>
            <a:off x="6092271" y="0"/>
            <a:ext cx="6099728" cy="6858000"/>
          </a:xfrm>
          <a:custGeom>
            <a:avLst/>
            <a:gdLst>
              <a:gd name="connsiteX0" fmla="*/ 2610818 w 6099728"/>
              <a:gd name="connsiteY0" fmla="*/ 0 h 6858000"/>
              <a:gd name="connsiteX1" fmla="*/ 6099728 w 6099728"/>
              <a:gd name="connsiteY1" fmla="*/ 0 h 6858000"/>
              <a:gd name="connsiteX2" fmla="*/ 6099728 w 6099728"/>
              <a:gd name="connsiteY2" fmla="*/ 6858000 h 6858000"/>
              <a:gd name="connsiteX3" fmla="*/ 1895875 w 6099728"/>
              <a:gd name="connsiteY3" fmla="*/ 6858000 h 6858000"/>
              <a:gd name="connsiteX4" fmla="*/ 1895875 w 6099728"/>
              <a:gd name="connsiteY4" fmla="*/ 6116053 h 6858000"/>
              <a:gd name="connsiteX5" fmla="*/ 1985243 w 6099728"/>
              <a:gd name="connsiteY5" fmla="*/ 6116053 h 6858000"/>
              <a:gd name="connsiteX6" fmla="*/ 1985243 w 6099728"/>
              <a:gd name="connsiteY6" fmla="*/ 5350043 h 6858000"/>
              <a:gd name="connsiteX7" fmla="*/ 2074611 w 6099728"/>
              <a:gd name="connsiteY7" fmla="*/ 5350043 h 6858000"/>
              <a:gd name="connsiteX8" fmla="*/ 2074611 w 6099728"/>
              <a:gd name="connsiteY8" fmla="*/ 4584032 h 6858000"/>
              <a:gd name="connsiteX9" fmla="*/ 2163979 w 6099728"/>
              <a:gd name="connsiteY9" fmla="*/ 4584032 h 6858000"/>
              <a:gd name="connsiteX10" fmla="*/ 2163979 w 6099728"/>
              <a:gd name="connsiteY10" fmla="*/ 3818022 h 6858000"/>
              <a:gd name="connsiteX11" fmla="*/ 2253347 w 6099728"/>
              <a:gd name="connsiteY11" fmla="*/ 3818022 h 6858000"/>
              <a:gd name="connsiteX12" fmla="*/ 2253347 w 6099728"/>
              <a:gd name="connsiteY12" fmla="*/ 3052011 h 6858000"/>
              <a:gd name="connsiteX13" fmla="*/ 2342714 w 6099728"/>
              <a:gd name="connsiteY13" fmla="*/ 3052011 h 6858000"/>
              <a:gd name="connsiteX14" fmla="*/ 2342714 w 6099728"/>
              <a:gd name="connsiteY14" fmla="*/ 2286000 h 6858000"/>
              <a:gd name="connsiteX15" fmla="*/ 2432082 w 6099728"/>
              <a:gd name="connsiteY15" fmla="*/ 2286000 h 6858000"/>
              <a:gd name="connsiteX16" fmla="*/ 2432082 w 6099728"/>
              <a:gd name="connsiteY16" fmla="*/ 1519990 h 6858000"/>
              <a:gd name="connsiteX17" fmla="*/ 2521450 w 6099728"/>
              <a:gd name="connsiteY17" fmla="*/ 1519990 h 6858000"/>
              <a:gd name="connsiteX18" fmla="*/ 2521450 w 6099728"/>
              <a:gd name="connsiteY18" fmla="*/ 753979 h 6858000"/>
              <a:gd name="connsiteX19" fmla="*/ 2610818 w 6099728"/>
              <a:gd name="connsiteY19" fmla="*/ 753979 h 6858000"/>
              <a:gd name="connsiteX20" fmla="*/ 2138445 w 6099728"/>
              <a:gd name="connsiteY20" fmla="*/ 0 h 6858000"/>
              <a:gd name="connsiteX21" fmla="*/ 2521450 w 6099728"/>
              <a:gd name="connsiteY21" fmla="*/ 0 h 6858000"/>
              <a:gd name="connsiteX22" fmla="*/ 2521450 w 6099728"/>
              <a:gd name="connsiteY22" fmla="*/ 753979 h 6858000"/>
              <a:gd name="connsiteX23" fmla="*/ 2432082 w 6099728"/>
              <a:gd name="connsiteY23" fmla="*/ 753979 h 6858000"/>
              <a:gd name="connsiteX24" fmla="*/ 2432082 w 6099728"/>
              <a:gd name="connsiteY24" fmla="*/ 1519990 h 6858000"/>
              <a:gd name="connsiteX25" fmla="*/ 2342714 w 6099728"/>
              <a:gd name="connsiteY25" fmla="*/ 1519990 h 6858000"/>
              <a:gd name="connsiteX26" fmla="*/ 2342714 w 6099728"/>
              <a:gd name="connsiteY26" fmla="*/ 2286000 h 6858000"/>
              <a:gd name="connsiteX27" fmla="*/ 2253347 w 6099728"/>
              <a:gd name="connsiteY27" fmla="*/ 2286000 h 6858000"/>
              <a:gd name="connsiteX28" fmla="*/ 2253347 w 6099728"/>
              <a:gd name="connsiteY28" fmla="*/ 3052011 h 6858000"/>
              <a:gd name="connsiteX29" fmla="*/ 2163979 w 6099728"/>
              <a:gd name="connsiteY29" fmla="*/ 3052011 h 6858000"/>
              <a:gd name="connsiteX30" fmla="*/ 2163979 w 6099728"/>
              <a:gd name="connsiteY30" fmla="*/ 3818022 h 6858000"/>
              <a:gd name="connsiteX31" fmla="*/ 2074611 w 6099728"/>
              <a:gd name="connsiteY31" fmla="*/ 3818022 h 6858000"/>
              <a:gd name="connsiteX32" fmla="*/ 2074611 w 6099728"/>
              <a:gd name="connsiteY32" fmla="*/ 4584032 h 6858000"/>
              <a:gd name="connsiteX33" fmla="*/ 1985243 w 6099728"/>
              <a:gd name="connsiteY33" fmla="*/ 4584032 h 6858000"/>
              <a:gd name="connsiteX34" fmla="*/ 1985243 w 6099728"/>
              <a:gd name="connsiteY34" fmla="*/ 5350043 h 6858000"/>
              <a:gd name="connsiteX35" fmla="*/ 1895875 w 6099728"/>
              <a:gd name="connsiteY35" fmla="*/ 5350043 h 6858000"/>
              <a:gd name="connsiteX36" fmla="*/ 1895875 w 6099728"/>
              <a:gd name="connsiteY36" fmla="*/ 6116053 h 6858000"/>
              <a:gd name="connsiteX37" fmla="*/ 1806507 w 6099728"/>
              <a:gd name="connsiteY37" fmla="*/ 6116053 h 6858000"/>
              <a:gd name="connsiteX38" fmla="*/ 1806507 w 6099728"/>
              <a:gd name="connsiteY38" fmla="*/ 6858000 h 6858000"/>
              <a:gd name="connsiteX39" fmla="*/ 1423502 w 6099728"/>
              <a:gd name="connsiteY39" fmla="*/ 6858000 h 6858000"/>
              <a:gd name="connsiteX40" fmla="*/ 1423502 w 6099728"/>
              <a:gd name="connsiteY40" fmla="*/ 6849150 h 6858000"/>
              <a:gd name="connsiteX41" fmla="*/ 1423502 w 6099728"/>
              <a:gd name="connsiteY41" fmla="*/ 6116053 h 6858000"/>
              <a:gd name="connsiteX42" fmla="*/ 1512870 w 6099728"/>
              <a:gd name="connsiteY42" fmla="*/ 6116053 h 6858000"/>
              <a:gd name="connsiteX43" fmla="*/ 1512870 w 6099728"/>
              <a:gd name="connsiteY43" fmla="*/ 5350043 h 6858000"/>
              <a:gd name="connsiteX44" fmla="*/ 1602238 w 6099728"/>
              <a:gd name="connsiteY44" fmla="*/ 5350043 h 6858000"/>
              <a:gd name="connsiteX45" fmla="*/ 1602238 w 6099728"/>
              <a:gd name="connsiteY45" fmla="*/ 4584032 h 6858000"/>
              <a:gd name="connsiteX46" fmla="*/ 1691606 w 6099728"/>
              <a:gd name="connsiteY46" fmla="*/ 4584032 h 6858000"/>
              <a:gd name="connsiteX47" fmla="*/ 1691606 w 6099728"/>
              <a:gd name="connsiteY47" fmla="*/ 3818022 h 6858000"/>
              <a:gd name="connsiteX48" fmla="*/ 1780974 w 6099728"/>
              <a:gd name="connsiteY48" fmla="*/ 3818022 h 6858000"/>
              <a:gd name="connsiteX49" fmla="*/ 1780974 w 6099728"/>
              <a:gd name="connsiteY49" fmla="*/ 3052011 h 6858000"/>
              <a:gd name="connsiteX50" fmla="*/ 1870342 w 6099728"/>
              <a:gd name="connsiteY50" fmla="*/ 3052011 h 6858000"/>
              <a:gd name="connsiteX51" fmla="*/ 1870342 w 6099728"/>
              <a:gd name="connsiteY51" fmla="*/ 2286000 h 6858000"/>
              <a:gd name="connsiteX52" fmla="*/ 1959709 w 6099728"/>
              <a:gd name="connsiteY52" fmla="*/ 2286000 h 6858000"/>
              <a:gd name="connsiteX53" fmla="*/ 1959709 w 6099728"/>
              <a:gd name="connsiteY53" fmla="*/ 1519990 h 6858000"/>
              <a:gd name="connsiteX54" fmla="*/ 2049077 w 6099728"/>
              <a:gd name="connsiteY54" fmla="*/ 1519990 h 6858000"/>
              <a:gd name="connsiteX55" fmla="*/ 2049077 w 6099728"/>
              <a:gd name="connsiteY55" fmla="*/ 753979 h 6858000"/>
              <a:gd name="connsiteX56" fmla="*/ 2138445 w 6099728"/>
              <a:gd name="connsiteY56" fmla="*/ 753979 h 6858000"/>
              <a:gd name="connsiteX57" fmla="*/ 2138445 w 6099728"/>
              <a:gd name="connsiteY57" fmla="*/ 20884 h 6858000"/>
              <a:gd name="connsiteX58" fmla="*/ 1659689 w 6099728"/>
              <a:gd name="connsiteY58" fmla="*/ 0 h 6858000"/>
              <a:gd name="connsiteX59" fmla="*/ 1959709 w 6099728"/>
              <a:gd name="connsiteY59" fmla="*/ 0 h 6858000"/>
              <a:gd name="connsiteX60" fmla="*/ 1959709 w 6099728"/>
              <a:gd name="connsiteY60" fmla="*/ 20884 h 6858000"/>
              <a:gd name="connsiteX61" fmla="*/ 1959709 w 6099728"/>
              <a:gd name="connsiteY61" fmla="*/ 753979 h 6858000"/>
              <a:gd name="connsiteX62" fmla="*/ 1870342 w 6099728"/>
              <a:gd name="connsiteY62" fmla="*/ 753979 h 6858000"/>
              <a:gd name="connsiteX63" fmla="*/ 1870342 w 6099728"/>
              <a:gd name="connsiteY63" fmla="*/ 1519990 h 6858000"/>
              <a:gd name="connsiteX64" fmla="*/ 1780974 w 6099728"/>
              <a:gd name="connsiteY64" fmla="*/ 1519990 h 6858000"/>
              <a:gd name="connsiteX65" fmla="*/ 1780974 w 6099728"/>
              <a:gd name="connsiteY65" fmla="*/ 2286000 h 6858000"/>
              <a:gd name="connsiteX66" fmla="*/ 1691606 w 6099728"/>
              <a:gd name="connsiteY66" fmla="*/ 2286000 h 6858000"/>
              <a:gd name="connsiteX67" fmla="*/ 1691606 w 6099728"/>
              <a:gd name="connsiteY67" fmla="*/ 3052011 h 6858000"/>
              <a:gd name="connsiteX68" fmla="*/ 1602238 w 6099728"/>
              <a:gd name="connsiteY68" fmla="*/ 3052011 h 6858000"/>
              <a:gd name="connsiteX69" fmla="*/ 1602238 w 6099728"/>
              <a:gd name="connsiteY69" fmla="*/ 3818022 h 6858000"/>
              <a:gd name="connsiteX70" fmla="*/ 1512870 w 6099728"/>
              <a:gd name="connsiteY70" fmla="*/ 3818022 h 6858000"/>
              <a:gd name="connsiteX71" fmla="*/ 1512870 w 6099728"/>
              <a:gd name="connsiteY71" fmla="*/ 4584032 h 6858000"/>
              <a:gd name="connsiteX72" fmla="*/ 1423502 w 6099728"/>
              <a:gd name="connsiteY72" fmla="*/ 4584032 h 6858000"/>
              <a:gd name="connsiteX73" fmla="*/ 1423502 w 6099728"/>
              <a:gd name="connsiteY73" fmla="*/ 5350043 h 6858000"/>
              <a:gd name="connsiteX74" fmla="*/ 1334134 w 6099728"/>
              <a:gd name="connsiteY74" fmla="*/ 5350043 h 6858000"/>
              <a:gd name="connsiteX75" fmla="*/ 1334134 w 6099728"/>
              <a:gd name="connsiteY75" fmla="*/ 6116053 h 6858000"/>
              <a:gd name="connsiteX76" fmla="*/ 1244767 w 6099728"/>
              <a:gd name="connsiteY76" fmla="*/ 6116053 h 6858000"/>
              <a:gd name="connsiteX77" fmla="*/ 1244767 w 6099728"/>
              <a:gd name="connsiteY77" fmla="*/ 6849150 h 6858000"/>
              <a:gd name="connsiteX78" fmla="*/ 1244767 w 6099728"/>
              <a:gd name="connsiteY78" fmla="*/ 6858000 h 6858000"/>
              <a:gd name="connsiteX79" fmla="*/ 944746 w 6099728"/>
              <a:gd name="connsiteY79" fmla="*/ 6858000 h 6858000"/>
              <a:gd name="connsiteX80" fmla="*/ 944746 w 6099728"/>
              <a:gd name="connsiteY80" fmla="*/ 6849150 h 6858000"/>
              <a:gd name="connsiteX81" fmla="*/ 944746 w 6099728"/>
              <a:gd name="connsiteY81" fmla="*/ 6116053 h 6858000"/>
              <a:gd name="connsiteX82" fmla="*/ 1034114 w 6099728"/>
              <a:gd name="connsiteY82" fmla="*/ 6116053 h 6858000"/>
              <a:gd name="connsiteX83" fmla="*/ 1034114 w 6099728"/>
              <a:gd name="connsiteY83" fmla="*/ 5350043 h 6858000"/>
              <a:gd name="connsiteX84" fmla="*/ 1123482 w 6099728"/>
              <a:gd name="connsiteY84" fmla="*/ 5350043 h 6858000"/>
              <a:gd name="connsiteX85" fmla="*/ 1123482 w 6099728"/>
              <a:gd name="connsiteY85" fmla="*/ 4584032 h 6858000"/>
              <a:gd name="connsiteX86" fmla="*/ 1212850 w 6099728"/>
              <a:gd name="connsiteY86" fmla="*/ 4584032 h 6858000"/>
              <a:gd name="connsiteX87" fmla="*/ 1212850 w 6099728"/>
              <a:gd name="connsiteY87" fmla="*/ 3818022 h 6858000"/>
              <a:gd name="connsiteX88" fmla="*/ 1302217 w 6099728"/>
              <a:gd name="connsiteY88" fmla="*/ 3818022 h 6858000"/>
              <a:gd name="connsiteX89" fmla="*/ 1302217 w 6099728"/>
              <a:gd name="connsiteY89" fmla="*/ 3052011 h 6858000"/>
              <a:gd name="connsiteX90" fmla="*/ 1391585 w 6099728"/>
              <a:gd name="connsiteY90" fmla="*/ 3052011 h 6858000"/>
              <a:gd name="connsiteX91" fmla="*/ 1391585 w 6099728"/>
              <a:gd name="connsiteY91" fmla="*/ 2286000 h 6858000"/>
              <a:gd name="connsiteX92" fmla="*/ 1480953 w 6099728"/>
              <a:gd name="connsiteY92" fmla="*/ 2286000 h 6858000"/>
              <a:gd name="connsiteX93" fmla="*/ 1480953 w 6099728"/>
              <a:gd name="connsiteY93" fmla="*/ 1519990 h 6858000"/>
              <a:gd name="connsiteX94" fmla="*/ 1570321 w 6099728"/>
              <a:gd name="connsiteY94" fmla="*/ 1519990 h 6858000"/>
              <a:gd name="connsiteX95" fmla="*/ 1570321 w 6099728"/>
              <a:gd name="connsiteY95" fmla="*/ 753979 h 6858000"/>
              <a:gd name="connsiteX96" fmla="*/ 1659689 w 6099728"/>
              <a:gd name="connsiteY96" fmla="*/ 753979 h 6858000"/>
              <a:gd name="connsiteX97" fmla="*/ 1659689 w 6099728"/>
              <a:gd name="connsiteY97" fmla="*/ 20884 h 6858000"/>
              <a:gd name="connsiteX98" fmla="*/ 1187316 w 6099728"/>
              <a:gd name="connsiteY98" fmla="*/ 0 h 6858000"/>
              <a:gd name="connsiteX99" fmla="*/ 1385202 w 6099728"/>
              <a:gd name="connsiteY99" fmla="*/ 0 h 6858000"/>
              <a:gd name="connsiteX100" fmla="*/ 1385202 w 6099728"/>
              <a:gd name="connsiteY100" fmla="*/ 20884 h 6858000"/>
              <a:gd name="connsiteX101" fmla="*/ 1385202 w 6099728"/>
              <a:gd name="connsiteY101" fmla="*/ 753979 h 6858000"/>
              <a:gd name="connsiteX102" fmla="*/ 1295834 w 6099728"/>
              <a:gd name="connsiteY102" fmla="*/ 753979 h 6858000"/>
              <a:gd name="connsiteX103" fmla="*/ 1295834 w 6099728"/>
              <a:gd name="connsiteY103" fmla="*/ 1519990 h 6858000"/>
              <a:gd name="connsiteX104" fmla="*/ 1206466 w 6099728"/>
              <a:gd name="connsiteY104" fmla="*/ 1519990 h 6858000"/>
              <a:gd name="connsiteX105" fmla="*/ 1206466 w 6099728"/>
              <a:gd name="connsiteY105" fmla="*/ 2286000 h 6858000"/>
              <a:gd name="connsiteX106" fmla="*/ 1117098 w 6099728"/>
              <a:gd name="connsiteY106" fmla="*/ 2286000 h 6858000"/>
              <a:gd name="connsiteX107" fmla="*/ 1117098 w 6099728"/>
              <a:gd name="connsiteY107" fmla="*/ 3052011 h 6858000"/>
              <a:gd name="connsiteX108" fmla="*/ 1027730 w 6099728"/>
              <a:gd name="connsiteY108" fmla="*/ 3052011 h 6858000"/>
              <a:gd name="connsiteX109" fmla="*/ 1027730 w 6099728"/>
              <a:gd name="connsiteY109" fmla="*/ 3818022 h 6858000"/>
              <a:gd name="connsiteX110" fmla="*/ 938363 w 6099728"/>
              <a:gd name="connsiteY110" fmla="*/ 3818022 h 6858000"/>
              <a:gd name="connsiteX111" fmla="*/ 938363 w 6099728"/>
              <a:gd name="connsiteY111" fmla="*/ 4584032 h 6858000"/>
              <a:gd name="connsiteX112" fmla="*/ 848995 w 6099728"/>
              <a:gd name="connsiteY112" fmla="*/ 4584032 h 6858000"/>
              <a:gd name="connsiteX113" fmla="*/ 848995 w 6099728"/>
              <a:gd name="connsiteY113" fmla="*/ 5350043 h 6858000"/>
              <a:gd name="connsiteX114" fmla="*/ 759627 w 6099728"/>
              <a:gd name="connsiteY114" fmla="*/ 5350043 h 6858000"/>
              <a:gd name="connsiteX115" fmla="*/ 759627 w 6099728"/>
              <a:gd name="connsiteY115" fmla="*/ 6116053 h 6858000"/>
              <a:gd name="connsiteX116" fmla="*/ 670259 w 6099728"/>
              <a:gd name="connsiteY116" fmla="*/ 6116053 h 6858000"/>
              <a:gd name="connsiteX117" fmla="*/ 670259 w 6099728"/>
              <a:gd name="connsiteY117" fmla="*/ 6849150 h 6858000"/>
              <a:gd name="connsiteX118" fmla="*/ 670259 w 6099728"/>
              <a:gd name="connsiteY118" fmla="*/ 6858000 h 6858000"/>
              <a:gd name="connsiteX119" fmla="*/ 472373 w 6099728"/>
              <a:gd name="connsiteY119" fmla="*/ 6858000 h 6858000"/>
              <a:gd name="connsiteX120" fmla="*/ 472373 w 6099728"/>
              <a:gd name="connsiteY120" fmla="*/ 6849150 h 6858000"/>
              <a:gd name="connsiteX121" fmla="*/ 472373 w 6099728"/>
              <a:gd name="connsiteY121" fmla="*/ 6116053 h 6858000"/>
              <a:gd name="connsiteX122" fmla="*/ 561741 w 6099728"/>
              <a:gd name="connsiteY122" fmla="*/ 6116053 h 6858000"/>
              <a:gd name="connsiteX123" fmla="*/ 561741 w 6099728"/>
              <a:gd name="connsiteY123" fmla="*/ 5350043 h 6858000"/>
              <a:gd name="connsiteX124" fmla="*/ 651109 w 6099728"/>
              <a:gd name="connsiteY124" fmla="*/ 5350043 h 6858000"/>
              <a:gd name="connsiteX125" fmla="*/ 651109 w 6099728"/>
              <a:gd name="connsiteY125" fmla="*/ 4584032 h 6858000"/>
              <a:gd name="connsiteX126" fmla="*/ 740477 w 6099728"/>
              <a:gd name="connsiteY126" fmla="*/ 4584032 h 6858000"/>
              <a:gd name="connsiteX127" fmla="*/ 740477 w 6099728"/>
              <a:gd name="connsiteY127" fmla="*/ 3818022 h 6858000"/>
              <a:gd name="connsiteX128" fmla="*/ 829845 w 6099728"/>
              <a:gd name="connsiteY128" fmla="*/ 3818022 h 6858000"/>
              <a:gd name="connsiteX129" fmla="*/ 829845 w 6099728"/>
              <a:gd name="connsiteY129" fmla="*/ 3052011 h 6858000"/>
              <a:gd name="connsiteX130" fmla="*/ 919212 w 6099728"/>
              <a:gd name="connsiteY130" fmla="*/ 3052011 h 6858000"/>
              <a:gd name="connsiteX131" fmla="*/ 919212 w 6099728"/>
              <a:gd name="connsiteY131" fmla="*/ 2286000 h 6858000"/>
              <a:gd name="connsiteX132" fmla="*/ 1008580 w 6099728"/>
              <a:gd name="connsiteY132" fmla="*/ 2286000 h 6858000"/>
              <a:gd name="connsiteX133" fmla="*/ 1008580 w 6099728"/>
              <a:gd name="connsiteY133" fmla="*/ 1519990 h 6858000"/>
              <a:gd name="connsiteX134" fmla="*/ 1097948 w 6099728"/>
              <a:gd name="connsiteY134" fmla="*/ 1519990 h 6858000"/>
              <a:gd name="connsiteX135" fmla="*/ 1097948 w 6099728"/>
              <a:gd name="connsiteY135" fmla="*/ 753979 h 6858000"/>
              <a:gd name="connsiteX136" fmla="*/ 1187316 w 6099728"/>
              <a:gd name="connsiteY136" fmla="*/ 753979 h 6858000"/>
              <a:gd name="connsiteX137" fmla="*/ 1187316 w 6099728"/>
              <a:gd name="connsiteY137" fmla="*/ 20884 h 6858000"/>
              <a:gd name="connsiteX138" fmla="*/ 714943 w 6099728"/>
              <a:gd name="connsiteY138" fmla="*/ 0 h 6858000"/>
              <a:gd name="connsiteX139" fmla="*/ 823461 w 6099728"/>
              <a:gd name="connsiteY139" fmla="*/ 0 h 6858000"/>
              <a:gd name="connsiteX140" fmla="*/ 823461 w 6099728"/>
              <a:gd name="connsiteY140" fmla="*/ 20884 h 6858000"/>
              <a:gd name="connsiteX141" fmla="*/ 823461 w 6099728"/>
              <a:gd name="connsiteY141" fmla="*/ 753979 h 6858000"/>
              <a:gd name="connsiteX142" fmla="*/ 734093 w 6099728"/>
              <a:gd name="connsiteY142" fmla="*/ 753979 h 6858000"/>
              <a:gd name="connsiteX143" fmla="*/ 734093 w 6099728"/>
              <a:gd name="connsiteY143" fmla="*/ 1519990 h 6858000"/>
              <a:gd name="connsiteX144" fmla="*/ 644725 w 6099728"/>
              <a:gd name="connsiteY144" fmla="*/ 1519990 h 6858000"/>
              <a:gd name="connsiteX145" fmla="*/ 644725 w 6099728"/>
              <a:gd name="connsiteY145" fmla="*/ 2286000 h 6858000"/>
              <a:gd name="connsiteX146" fmla="*/ 555358 w 6099728"/>
              <a:gd name="connsiteY146" fmla="*/ 2286000 h 6858000"/>
              <a:gd name="connsiteX147" fmla="*/ 555358 w 6099728"/>
              <a:gd name="connsiteY147" fmla="*/ 3052011 h 6858000"/>
              <a:gd name="connsiteX148" fmla="*/ 465990 w 6099728"/>
              <a:gd name="connsiteY148" fmla="*/ 3052011 h 6858000"/>
              <a:gd name="connsiteX149" fmla="*/ 465990 w 6099728"/>
              <a:gd name="connsiteY149" fmla="*/ 3818022 h 6858000"/>
              <a:gd name="connsiteX150" fmla="*/ 376622 w 6099728"/>
              <a:gd name="connsiteY150" fmla="*/ 3818022 h 6858000"/>
              <a:gd name="connsiteX151" fmla="*/ 376622 w 6099728"/>
              <a:gd name="connsiteY151" fmla="*/ 4584032 h 6858000"/>
              <a:gd name="connsiteX152" fmla="*/ 287254 w 6099728"/>
              <a:gd name="connsiteY152" fmla="*/ 4584032 h 6858000"/>
              <a:gd name="connsiteX153" fmla="*/ 287254 w 6099728"/>
              <a:gd name="connsiteY153" fmla="*/ 5350043 h 6858000"/>
              <a:gd name="connsiteX154" fmla="*/ 197886 w 6099728"/>
              <a:gd name="connsiteY154" fmla="*/ 5350043 h 6858000"/>
              <a:gd name="connsiteX155" fmla="*/ 197886 w 6099728"/>
              <a:gd name="connsiteY155" fmla="*/ 6116053 h 6858000"/>
              <a:gd name="connsiteX156" fmla="*/ 108518 w 6099728"/>
              <a:gd name="connsiteY156" fmla="*/ 6116053 h 6858000"/>
              <a:gd name="connsiteX157" fmla="*/ 108518 w 6099728"/>
              <a:gd name="connsiteY157" fmla="*/ 6849150 h 6858000"/>
              <a:gd name="connsiteX158" fmla="*/ 108518 w 6099728"/>
              <a:gd name="connsiteY158" fmla="*/ 6858000 h 6858000"/>
              <a:gd name="connsiteX159" fmla="*/ 0 w 6099728"/>
              <a:gd name="connsiteY159" fmla="*/ 6858000 h 6858000"/>
              <a:gd name="connsiteX160" fmla="*/ 0 w 6099728"/>
              <a:gd name="connsiteY160" fmla="*/ 6849150 h 6858000"/>
              <a:gd name="connsiteX161" fmla="*/ 0 w 6099728"/>
              <a:gd name="connsiteY161" fmla="*/ 6116053 h 6858000"/>
              <a:gd name="connsiteX162" fmla="*/ 89368 w 6099728"/>
              <a:gd name="connsiteY162" fmla="*/ 6116053 h 6858000"/>
              <a:gd name="connsiteX163" fmla="*/ 89368 w 6099728"/>
              <a:gd name="connsiteY163" fmla="*/ 5350043 h 6858000"/>
              <a:gd name="connsiteX164" fmla="*/ 178736 w 6099728"/>
              <a:gd name="connsiteY164" fmla="*/ 5350043 h 6858000"/>
              <a:gd name="connsiteX165" fmla="*/ 178736 w 6099728"/>
              <a:gd name="connsiteY165" fmla="*/ 4584032 h 6858000"/>
              <a:gd name="connsiteX166" fmla="*/ 268104 w 6099728"/>
              <a:gd name="connsiteY166" fmla="*/ 4584032 h 6858000"/>
              <a:gd name="connsiteX167" fmla="*/ 268104 w 6099728"/>
              <a:gd name="connsiteY167" fmla="*/ 3818022 h 6858000"/>
              <a:gd name="connsiteX168" fmla="*/ 357472 w 6099728"/>
              <a:gd name="connsiteY168" fmla="*/ 3818022 h 6858000"/>
              <a:gd name="connsiteX169" fmla="*/ 357472 w 6099728"/>
              <a:gd name="connsiteY169" fmla="*/ 3052011 h 6858000"/>
              <a:gd name="connsiteX170" fmla="*/ 446839 w 6099728"/>
              <a:gd name="connsiteY170" fmla="*/ 3052011 h 6858000"/>
              <a:gd name="connsiteX171" fmla="*/ 446839 w 6099728"/>
              <a:gd name="connsiteY171" fmla="*/ 2286000 h 6858000"/>
              <a:gd name="connsiteX172" fmla="*/ 536207 w 6099728"/>
              <a:gd name="connsiteY172" fmla="*/ 2286000 h 6858000"/>
              <a:gd name="connsiteX173" fmla="*/ 536207 w 6099728"/>
              <a:gd name="connsiteY173" fmla="*/ 1519990 h 6858000"/>
              <a:gd name="connsiteX174" fmla="*/ 625575 w 6099728"/>
              <a:gd name="connsiteY174" fmla="*/ 1519990 h 6858000"/>
              <a:gd name="connsiteX175" fmla="*/ 625575 w 6099728"/>
              <a:gd name="connsiteY175" fmla="*/ 753979 h 6858000"/>
              <a:gd name="connsiteX176" fmla="*/ 714943 w 6099728"/>
              <a:gd name="connsiteY176" fmla="*/ 753979 h 6858000"/>
              <a:gd name="connsiteX177" fmla="*/ 714943 w 6099728"/>
              <a:gd name="connsiteY177" fmla="*/ 208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6099728" h="6858000">
                <a:moveTo>
                  <a:pt x="2610818" y="0"/>
                </a:moveTo>
                <a:lnTo>
                  <a:pt x="6099728" y="0"/>
                </a:lnTo>
                <a:lnTo>
                  <a:pt x="6099728" y="6858000"/>
                </a:lnTo>
                <a:lnTo>
                  <a:pt x="1895875" y="6858000"/>
                </a:lnTo>
                <a:lnTo>
                  <a:pt x="1895875" y="6116053"/>
                </a:lnTo>
                <a:lnTo>
                  <a:pt x="1985243" y="6116053"/>
                </a:lnTo>
                <a:cubicBezTo>
                  <a:pt x="1985243" y="6116053"/>
                  <a:pt x="1985243" y="5350043"/>
                  <a:pt x="1985243" y="5350043"/>
                </a:cubicBezTo>
                <a:lnTo>
                  <a:pt x="2074611" y="5350043"/>
                </a:lnTo>
                <a:cubicBezTo>
                  <a:pt x="2074611" y="5350043"/>
                  <a:pt x="2074611" y="4584032"/>
                  <a:pt x="2074611" y="4584032"/>
                </a:cubicBezTo>
                <a:lnTo>
                  <a:pt x="2163979" y="4584032"/>
                </a:lnTo>
                <a:cubicBezTo>
                  <a:pt x="2163979" y="4584032"/>
                  <a:pt x="2163979" y="3818022"/>
                  <a:pt x="2163979" y="3818022"/>
                </a:cubicBezTo>
                <a:lnTo>
                  <a:pt x="2253347" y="3818022"/>
                </a:lnTo>
                <a:cubicBezTo>
                  <a:pt x="2253347" y="3818022"/>
                  <a:pt x="2253347" y="3052011"/>
                  <a:pt x="2253347" y="3052011"/>
                </a:cubicBezTo>
                <a:lnTo>
                  <a:pt x="2342714" y="3052011"/>
                </a:lnTo>
                <a:cubicBezTo>
                  <a:pt x="2342714" y="3052011"/>
                  <a:pt x="2342714" y="2286000"/>
                  <a:pt x="2342714" y="2286000"/>
                </a:cubicBezTo>
                <a:lnTo>
                  <a:pt x="2432082" y="2286000"/>
                </a:lnTo>
                <a:cubicBezTo>
                  <a:pt x="2432082" y="2286000"/>
                  <a:pt x="2432082" y="1519990"/>
                  <a:pt x="2432082" y="1519990"/>
                </a:cubicBezTo>
                <a:lnTo>
                  <a:pt x="2521450" y="1519990"/>
                </a:lnTo>
                <a:cubicBezTo>
                  <a:pt x="2521450" y="1519990"/>
                  <a:pt x="2521450" y="753979"/>
                  <a:pt x="2521450" y="753979"/>
                </a:cubicBezTo>
                <a:cubicBezTo>
                  <a:pt x="2521450" y="753979"/>
                  <a:pt x="2610818" y="753979"/>
                  <a:pt x="2610818" y="753979"/>
                </a:cubicBezTo>
                <a:close/>
                <a:moveTo>
                  <a:pt x="2138445" y="0"/>
                </a:moveTo>
                <a:lnTo>
                  <a:pt x="2521450" y="0"/>
                </a:lnTo>
                <a:lnTo>
                  <a:pt x="2521450" y="753979"/>
                </a:lnTo>
                <a:lnTo>
                  <a:pt x="2432082" y="753979"/>
                </a:lnTo>
                <a:cubicBezTo>
                  <a:pt x="2432082" y="753979"/>
                  <a:pt x="2432082" y="1519990"/>
                  <a:pt x="2432082" y="1519990"/>
                </a:cubicBezTo>
                <a:lnTo>
                  <a:pt x="2342714" y="1519990"/>
                </a:lnTo>
                <a:cubicBezTo>
                  <a:pt x="2342714" y="1519990"/>
                  <a:pt x="2342714" y="2286000"/>
                  <a:pt x="2342714" y="2286000"/>
                </a:cubicBezTo>
                <a:lnTo>
                  <a:pt x="2253347" y="2286000"/>
                </a:lnTo>
                <a:cubicBezTo>
                  <a:pt x="2253347" y="2286000"/>
                  <a:pt x="2253347" y="3052011"/>
                  <a:pt x="2253347" y="3052011"/>
                </a:cubicBezTo>
                <a:lnTo>
                  <a:pt x="2163979" y="3052011"/>
                </a:lnTo>
                <a:cubicBezTo>
                  <a:pt x="2163979" y="3052011"/>
                  <a:pt x="2163979" y="3818022"/>
                  <a:pt x="2163979" y="3818022"/>
                </a:cubicBezTo>
                <a:lnTo>
                  <a:pt x="2074611" y="3818022"/>
                </a:lnTo>
                <a:cubicBezTo>
                  <a:pt x="2074611" y="3818022"/>
                  <a:pt x="2074611" y="4584032"/>
                  <a:pt x="2074611" y="4584032"/>
                </a:cubicBezTo>
                <a:lnTo>
                  <a:pt x="1985243" y="4584032"/>
                </a:lnTo>
                <a:cubicBezTo>
                  <a:pt x="1985243" y="4584032"/>
                  <a:pt x="1985243" y="5350043"/>
                  <a:pt x="1985243" y="5350043"/>
                </a:cubicBezTo>
                <a:lnTo>
                  <a:pt x="1895875" y="5350043"/>
                </a:lnTo>
                <a:cubicBezTo>
                  <a:pt x="1895875" y="5350043"/>
                  <a:pt x="1895875" y="6116053"/>
                  <a:pt x="1895875" y="6116053"/>
                </a:cubicBezTo>
                <a:lnTo>
                  <a:pt x="1806507" y="6116053"/>
                </a:lnTo>
                <a:lnTo>
                  <a:pt x="1806507" y="6858000"/>
                </a:lnTo>
                <a:lnTo>
                  <a:pt x="1423502" y="6858000"/>
                </a:lnTo>
                <a:lnTo>
                  <a:pt x="1423502" y="6849150"/>
                </a:lnTo>
                <a:cubicBezTo>
                  <a:pt x="1423502" y="6702530"/>
                  <a:pt x="1423502" y="6116053"/>
                  <a:pt x="1423502" y="6116053"/>
                </a:cubicBezTo>
                <a:lnTo>
                  <a:pt x="1512870" y="6116053"/>
                </a:lnTo>
                <a:cubicBezTo>
                  <a:pt x="1512870" y="6116053"/>
                  <a:pt x="1512870" y="5350043"/>
                  <a:pt x="1512870" y="5350043"/>
                </a:cubicBezTo>
                <a:lnTo>
                  <a:pt x="1602238" y="5350043"/>
                </a:lnTo>
                <a:cubicBezTo>
                  <a:pt x="1602238" y="5350043"/>
                  <a:pt x="1602238" y="4584032"/>
                  <a:pt x="1602238" y="4584032"/>
                </a:cubicBezTo>
                <a:lnTo>
                  <a:pt x="1691606" y="4584032"/>
                </a:lnTo>
                <a:cubicBezTo>
                  <a:pt x="1691606" y="4584032"/>
                  <a:pt x="1691606" y="3818022"/>
                  <a:pt x="1691606" y="3818022"/>
                </a:cubicBezTo>
                <a:lnTo>
                  <a:pt x="1780974" y="3818022"/>
                </a:lnTo>
                <a:cubicBezTo>
                  <a:pt x="1780974" y="3818022"/>
                  <a:pt x="1780974" y="3052011"/>
                  <a:pt x="1780974" y="3052011"/>
                </a:cubicBezTo>
                <a:lnTo>
                  <a:pt x="1870342" y="3052011"/>
                </a:lnTo>
                <a:cubicBezTo>
                  <a:pt x="1870342" y="3052011"/>
                  <a:pt x="1870342" y="2286000"/>
                  <a:pt x="1870342" y="2286000"/>
                </a:cubicBezTo>
                <a:lnTo>
                  <a:pt x="1959709" y="2286000"/>
                </a:lnTo>
                <a:cubicBezTo>
                  <a:pt x="1959709" y="2286000"/>
                  <a:pt x="1959709" y="1519990"/>
                  <a:pt x="1959709" y="1519990"/>
                </a:cubicBezTo>
                <a:lnTo>
                  <a:pt x="2049077" y="1519990"/>
                </a:lnTo>
                <a:cubicBezTo>
                  <a:pt x="2049077" y="1519990"/>
                  <a:pt x="2049077" y="753979"/>
                  <a:pt x="2049077" y="753979"/>
                </a:cubicBezTo>
                <a:lnTo>
                  <a:pt x="2138445" y="753979"/>
                </a:lnTo>
                <a:cubicBezTo>
                  <a:pt x="2138445" y="753979"/>
                  <a:pt x="2138445" y="167503"/>
                  <a:pt x="2138445" y="20884"/>
                </a:cubicBezTo>
                <a:close/>
                <a:moveTo>
                  <a:pt x="1659689" y="0"/>
                </a:moveTo>
                <a:lnTo>
                  <a:pt x="1959709" y="0"/>
                </a:lnTo>
                <a:lnTo>
                  <a:pt x="1959709" y="20884"/>
                </a:lnTo>
                <a:cubicBezTo>
                  <a:pt x="1959709" y="167503"/>
                  <a:pt x="1959709" y="753979"/>
                  <a:pt x="1959709" y="753979"/>
                </a:cubicBezTo>
                <a:lnTo>
                  <a:pt x="1870342" y="753979"/>
                </a:lnTo>
                <a:cubicBezTo>
                  <a:pt x="1870342" y="753979"/>
                  <a:pt x="1870342" y="1519990"/>
                  <a:pt x="1870342" y="1519990"/>
                </a:cubicBezTo>
                <a:lnTo>
                  <a:pt x="1780974" y="1519990"/>
                </a:lnTo>
                <a:cubicBezTo>
                  <a:pt x="1780974" y="1519990"/>
                  <a:pt x="1780974" y="2286000"/>
                  <a:pt x="1780974" y="2286000"/>
                </a:cubicBezTo>
                <a:lnTo>
                  <a:pt x="1691606" y="2286000"/>
                </a:lnTo>
                <a:cubicBezTo>
                  <a:pt x="1691606" y="2286000"/>
                  <a:pt x="1691606" y="3052011"/>
                  <a:pt x="1691606" y="3052011"/>
                </a:cubicBezTo>
                <a:lnTo>
                  <a:pt x="1602238" y="3052011"/>
                </a:lnTo>
                <a:cubicBezTo>
                  <a:pt x="1602238" y="3052011"/>
                  <a:pt x="1602238" y="3818022"/>
                  <a:pt x="1602238" y="3818022"/>
                </a:cubicBezTo>
                <a:lnTo>
                  <a:pt x="1512870" y="3818022"/>
                </a:lnTo>
                <a:cubicBezTo>
                  <a:pt x="1512870" y="3818022"/>
                  <a:pt x="1512870" y="4584032"/>
                  <a:pt x="1512870" y="4584032"/>
                </a:cubicBezTo>
                <a:lnTo>
                  <a:pt x="1423502" y="4584032"/>
                </a:lnTo>
                <a:cubicBezTo>
                  <a:pt x="1423502" y="4584032"/>
                  <a:pt x="1423502" y="5350043"/>
                  <a:pt x="1423502" y="5350043"/>
                </a:cubicBezTo>
                <a:lnTo>
                  <a:pt x="1334134" y="5350043"/>
                </a:lnTo>
                <a:cubicBezTo>
                  <a:pt x="1334134" y="5350043"/>
                  <a:pt x="1334134" y="6116053"/>
                  <a:pt x="1334134" y="6116053"/>
                </a:cubicBezTo>
                <a:lnTo>
                  <a:pt x="1244767" y="6116053"/>
                </a:lnTo>
                <a:cubicBezTo>
                  <a:pt x="1244767" y="6116053"/>
                  <a:pt x="1244767" y="6702530"/>
                  <a:pt x="1244767" y="6849150"/>
                </a:cubicBezTo>
                <a:lnTo>
                  <a:pt x="1244767" y="6858000"/>
                </a:lnTo>
                <a:lnTo>
                  <a:pt x="944746" y="6858000"/>
                </a:lnTo>
                <a:lnTo>
                  <a:pt x="944746" y="6849150"/>
                </a:lnTo>
                <a:cubicBezTo>
                  <a:pt x="944746" y="6702530"/>
                  <a:pt x="944746" y="6116053"/>
                  <a:pt x="944746" y="6116053"/>
                </a:cubicBezTo>
                <a:lnTo>
                  <a:pt x="1034114" y="6116053"/>
                </a:lnTo>
                <a:cubicBezTo>
                  <a:pt x="1034114" y="6116053"/>
                  <a:pt x="1034114" y="5350043"/>
                  <a:pt x="1034114" y="5350043"/>
                </a:cubicBezTo>
                <a:lnTo>
                  <a:pt x="1123482" y="5350043"/>
                </a:lnTo>
                <a:cubicBezTo>
                  <a:pt x="1123482" y="5350043"/>
                  <a:pt x="1123482" y="4584032"/>
                  <a:pt x="1123482" y="4584032"/>
                </a:cubicBezTo>
                <a:lnTo>
                  <a:pt x="1212850" y="4584032"/>
                </a:lnTo>
                <a:cubicBezTo>
                  <a:pt x="1212850" y="4584032"/>
                  <a:pt x="1212850" y="3818022"/>
                  <a:pt x="1212850" y="3818022"/>
                </a:cubicBezTo>
                <a:lnTo>
                  <a:pt x="1302217" y="3818022"/>
                </a:lnTo>
                <a:cubicBezTo>
                  <a:pt x="1302217" y="3818022"/>
                  <a:pt x="1302217" y="3052011"/>
                  <a:pt x="1302217" y="3052011"/>
                </a:cubicBezTo>
                <a:lnTo>
                  <a:pt x="1391585" y="3052011"/>
                </a:lnTo>
                <a:cubicBezTo>
                  <a:pt x="1391585" y="3052011"/>
                  <a:pt x="1391585" y="2286000"/>
                  <a:pt x="1391585" y="2286000"/>
                </a:cubicBezTo>
                <a:lnTo>
                  <a:pt x="1480953" y="2286000"/>
                </a:lnTo>
                <a:cubicBezTo>
                  <a:pt x="1480953" y="2286000"/>
                  <a:pt x="1480953" y="1519990"/>
                  <a:pt x="1480953" y="1519990"/>
                </a:cubicBezTo>
                <a:lnTo>
                  <a:pt x="1570321" y="1519990"/>
                </a:lnTo>
                <a:cubicBezTo>
                  <a:pt x="1570321" y="1519990"/>
                  <a:pt x="1570321" y="753979"/>
                  <a:pt x="1570321" y="753979"/>
                </a:cubicBezTo>
                <a:lnTo>
                  <a:pt x="1659689" y="753979"/>
                </a:lnTo>
                <a:cubicBezTo>
                  <a:pt x="1659689" y="753979"/>
                  <a:pt x="1659689" y="167503"/>
                  <a:pt x="1659689" y="20884"/>
                </a:cubicBezTo>
                <a:close/>
                <a:moveTo>
                  <a:pt x="1187316" y="0"/>
                </a:moveTo>
                <a:lnTo>
                  <a:pt x="1385202" y="0"/>
                </a:lnTo>
                <a:lnTo>
                  <a:pt x="1385202" y="20884"/>
                </a:lnTo>
                <a:cubicBezTo>
                  <a:pt x="1385202" y="167503"/>
                  <a:pt x="1385202" y="753979"/>
                  <a:pt x="1385202" y="753979"/>
                </a:cubicBezTo>
                <a:lnTo>
                  <a:pt x="1295834" y="753979"/>
                </a:lnTo>
                <a:cubicBezTo>
                  <a:pt x="1295834" y="753979"/>
                  <a:pt x="1295834" y="1519990"/>
                  <a:pt x="1295834" y="1519990"/>
                </a:cubicBezTo>
                <a:lnTo>
                  <a:pt x="1206466" y="1519990"/>
                </a:lnTo>
                <a:cubicBezTo>
                  <a:pt x="1206466" y="1519990"/>
                  <a:pt x="1206466" y="2286000"/>
                  <a:pt x="1206466" y="2286000"/>
                </a:cubicBezTo>
                <a:lnTo>
                  <a:pt x="1117098" y="2286000"/>
                </a:lnTo>
                <a:cubicBezTo>
                  <a:pt x="1117098" y="2286000"/>
                  <a:pt x="1117098" y="3052011"/>
                  <a:pt x="1117098" y="3052011"/>
                </a:cubicBezTo>
                <a:lnTo>
                  <a:pt x="1027730" y="3052011"/>
                </a:lnTo>
                <a:cubicBezTo>
                  <a:pt x="1027730" y="3052011"/>
                  <a:pt x="1027730" y="3818022"/>
                  <a:pt x="1027730" y="3818022"/>
                </a:cubicBezTo>
                <a:lnTo>
                  <a:pt x="938363" y="3818022"/>
                </a:lnTo>
                <a:cubicBezTo>
                  <a:pt x="938363" y="3818022"/>
                  <a:pt x="938363" y="4584032"/>
                  <a:pt x="938363" y="4584032"/>
                </a:cubicBezTo>
                <a:lnTo>
                  <a:pt x="848995" y="4584032"/>
                </a:lnTo>
                <a:cubicBezTo>
                  <a:pt x="848995" y="4584032"/>
                  <a:pt x="848995" y="5350043"/>
                  <a:pt x="848995" y="5350043"/>
                </a:cubicBezTo>
                <a:lnTo>
                  <a:pt x="759627" y="5350043"/>
                </a:lnTo>
                <a:cubicBezTo>
                  <a:pt x="759627" y="5350043"/>
                  <a:pt x="759627" y="6116053"/>
                  <a:pt x="759627" y="6116053"/>
                </a:cubicBezTo>
                <a:lnTo>
                  <a:pt x="670259" y="6116053"/>
                </a:lnTo>
                <a:cubicBezTo>
                  <a:pt x="670259" y="6116053"/>
                  <a:pt x="670259" y="6702530"/>
                  <a:pt x="670259" y="6849150"/>
                </a:cubicBezTo>
                <a:lnTo>
                  <a:pt x="670259" y="6858000"/>
                </a:lnTo>
                <a:lnTo>
                  <a:pt x="472373" y="6858000"/>
                </a:lnTo>
                <a:lnTo>
                  <a:pt x="472373" y="6849150"/>
                </a:lnTo>
                <a:cubicBezTo>
                  <a:pt x="472373" y="6702530"/>
                  <a:pt x="472373" y="6116053"/>
                  <a:pt x="472373" y="6116053"/>
                </a:cubicBezTo>
                <a:lnTo>
                  <a:pt x="561741" y="6116053"/>
                </a:lnTo>
                <a:cubicBezTo>
                  <a:pt x="561741" y="6116053"/>
                  <a:pt x="561741" y="5350043"/>
                  <a:pt x="561741" y="5350043"/>
                </a:cubicBezTo>
                <a:lnTo>
                  <a:pt x="651109" y="5350043"/>
                </a:lnTo>
                <a:cubicBezTo>
                  <a:pt x="651109" y="5350043"/>
                  <a:pt x="651109" y="4584032"/>
                  <a:pt x="651109" y="4584032"/>
                </a:cubicBezTo>
                <a:lnTo>
                  <a:pt x="740477" y="4584032"/>
                </a:lnTo>
                <a:cubicBezTo>
                  <a:pt x="740477" y="4584032"/>
                  <a:pt x="740477" y="3818022"/>
                  <a:pt x="740477" y="3818022"/>
                </a:cubicBezTo>
                <a:lnTo>
                  <a:pt x="829845" y="3818022"/>
                </a:lnTo>
                <a:cubicBezTo>
                  <a:pt x="829845" y="3818022"/>
                  <a:pt x="829845" y="3052011"/>
                  <a:pt x="829845" y="3052011"/>
                </a:cubicBezTo>
                <a:lnTo>
                  <a:pt x="919212" y="3052011"/>
                </a:lnTo>
                <a:cubicBezTo>
                  <a:pt x="919212" y="3052011"/>
                  <a:pt x="919212" y="2286000"/>
                  <a:pt x="919212" y="2286000"/>
                </a:cubicBezTo>
                <a:lnTo>
                  <a:pt x="1008580" y="2286000"/>
                </a:lnTo>
                <a:cubicBezTo>
                  <a:pt x="1008580" y="2286000"/>
                  <a:pt x="1008580" y="1519990"/>
                  <a:pt x="1008580" y="1519990"/>
                </a:cubicBezTo>
                <a:lnTo>
                  <a:pt x="1097948" y="1519990"/>
                </a:lnTo>
                <a:cubicBezTo>
                  <a:pt x="1097948" y="1519990"/>
                  <a:pt x="1097948" y="753979"/>
                  <a:pt x="1097948" y="753979"/>
                </a:cubicBezTo>
                <a:lnTo>
                  <a:pt x="1187316" y="753979"/>
                </a:lnTo>
                <a:cubicBezTo>
                  <a:pt x="1187316" y="753979"/>
                  <a:pt x="1187316" y="167503"/>
                  <a:pt x="1187316" y="20884"/>
                </a:cubicBezTo>
                <a:close/>
                <a:moveTo>
                  <a:pt x="714943" y="0"/>
                </a:moveTo>
                <a:lnTo>
                  <a:pt x="823461" y="0"/>
                </a:lnTo>
                <a:lnTo>
                  <a:pt x="823461" y="20884"/>
                </a:lnTo>
                <a:cubicBezTo>
                  <a:pt x="823461" y="167503"/>
                  <a:pt x="823461" y="753979"/>
                  <a:pt x="823461" y="753979"/>
                </a:cubicBezTo>
                <a:lnTo>
                  <a:pt x="734093" y="753979"/>
                </a:lnTo>
                <a:cubicBezTo>
                  <a:pt x="734093" y="753979"/>
                  <a:pt x="734093" y="1519990"/>
                  <a:pt x="734093" y="1519990"/>
                </a:cubicBezTo>
                <a:lnTo>
                  <a:pt x="644725" y="1519990"/>
                </a:lnTo>
                <a:cubicBezTo>
                  <a:pt x="644725" y="1519990"/>
                  <a:pt x="644725" y="2286000"/>
                  <a:pt x="644725" y="2286000"/>
                </a:cubicBezTo>
                <a:lnTo>
                  <a:pt x="555358" y="2286000"/>
                </a:lnTo>
                <a:cubicBezTo>
                  <a:pt x="555358" y="2286000"/>
                  <a:pt x="555358" y="3052011"/>
                  <a:pt x="555358" y="3052011"/>
                </a:cubicBezTo>
                <a:lnTo>
                  <a:pt x="465990" y="3052011"/>
                </a:lnTo>
                <a:cubicBezTo>
                  <a:pt x="465990" y="3052011"/>
                  <a:pt x="465990" y="3818022"/>
                  <a:pt x="465990" y="3818022"/>
                </a:cubicBezTo>
                <a:lnTo>
                  <a:pt x="376622" y="3818022"/>
                </a:lnTo>
                <a:cubicBezTo>
                  <a:pt x="376622" y="3818022"/>
                  <a:pt x="376622" y="4584032"/>
                  <a:pt x="376622" y="4584032"/>
                </a:cubicBezTo>
                <a:lnTo>
                  <a:pt x="287254" y="4584032"/>
                </a:lnTo>
                <a:cubicBezTo>
                  <a:pt x="287254" y="4584032"/>
                  <a:pt x="287254" y="5350043"/>
                  <a:pt x="287254" y="5350043"/>
                </a:cubicBezTo>
                <a:lnTo>
                  <a:pt x="197886" y="5350043"/>
                </a:lnTo>
                <a:cubicBezTo>
                  <a:pt x="197886" y="5350043"/>
                  <a:pt x="197886" y="6116053"/>
                  <a:pt x="197886" y="6116053"/>
                </a:cubicBezTo>
                <a:lnTo>
                  <a:pt x="108518" y="6116053"/>
                </a:lnTo>
                <a:cubicBezTo>
                  <a:pt x="108518" y="6116053"/>
                  <a:pt x="108518" y="6702530"/>
                  <a:pt x="108518" y="6849150"/>
                </a:cubicBezTo>
                <a:lnTo>
                  <a:pt x="108518" y="6858000"/>
                </a:lnTo>
                <a:lnTo>
                  <a:pt x="0" y="6858000"/>
                </a:lnTo>
                <a:lnTo>
                  <a:pt x="0" y="6849150"/>
                </a:lnTo>
                <a:cubicBezTo>
                  <a:pt x="0" y="6702530"/>
                  <a:pt x="0" y="6116053"/>
                  <a:pt x="0" y="6116053"/>
                </a:cubicBezTo>
                <a:lnTo>
                  <a:pt x="89368" y="6116053"/>
                </a:lnTo>
                <a:cubicBezTo>
                  <a:pt x="89368" y="6116053"/>
                  <a:pt x="89368" y="5350043"/>
                  <a:pt x="89368" y="5350043"/>
                </a:cubicBezTo>
                <a:lnTo>
                  <a:pt x="178736" y="5350043"/>
                </a:lnTo>
                <a:cubicBezTo>
                  <a:pt x="178736" y="5350043"/>
                  <a:pt x="178736" y="4584032"/>
                  <a:pt x="178736" y="4584032"/>
                </a:cubicBezTo>
                <a:lnTo>
                  <a:pt x="268104" y="4584032"/>
                </a:lnTo>
                <a:cubicBezTo>
                  <a:pt x="268104" y="4584032"/>
                  <a:pt x="268104" y="3818022"/>
                  <a:pt x="268104" y="3818022"/>
                </a:cubicBezTo>
                <a:lnTo>
                  <a:pt x="357472" y="3818022"/>
                </a:lnTo>
                <a:cubicBezTo>
                  <a:pt x="357472" y="3818022"/>
                  <a:pt x="357472" y="3052011"/>
                  <a:pt x="357472" y="3052011"/>
                </a:cubicBezTo>
                <a:lnTo>
                  <a:pt x="446839" y="3052011"/>
                </a:lnTo>
                <a:cubicBezTo>
                  <a:pt x="446839" y="3052011"/>
                  <a:pt x="446839" y="2286000"/>
                  <a:pt x="446839" y="2286000"/>
                </a:cubicBezTo>
                <a:lnTo>
                  <a:pt x="536207" y="2286000"/>
                </a:lnTo>
                <a:cubicBezTo>
                  <a:pt x="536207" y="2286000"/>
                  <a:pt x="536207" y="1519990"/>
                  <a:pt x="536207" y="1519990"/>
                </a:cubicBezTo>
                <a:lnTo>
                  <a:pt x="625575" y="1519990"/>
                </a:lnTo>
                <a:cubicBezTo>
                  <a:pt x="625575" y="1519990"/>
                  <a:pt x="625575" y="753979"/>
                  <a:pt x="625575" y="753979"/>
                </a:cubicBezTo>
                <a:lnTo>
                  <a:pt x="714943" y="753979"/>
                </a:lnTo>
                <a:cubicBezTo>
                  <a:pt x="714943" y="753979"/>
                  <a:pt x="714943" y="167503"/>
                  <a:pt x="714943" y="20884"/>
                </a:cubicBezTo>
                <a:close/>
              </a:path>
            </a:pathLst>
          </a:cu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lvl1pPr>
              <a:defRPr>
                <a:solidFill>
                  <a:srgbClr val="FFFFFF"/>
                </a:solidFill>
              </a:defRPr>
            </a:lvl1pPr>
          </a:lstStyle>
          <a:p>
            <a:fld id="{8FF9B0DE-3FEB-4AA0-B465-B80EF7C1333D}" type="slidenum">
              <a:rPr lang="en-GB" smtClean="0"/>
              <a:pPr/>
              <a:t>‹#›</a:t>
            </a:fld>
            <a:endParaRPr lang="en-GB"/>
          </a:p>
        </p:txBody>
      </p:sp>
      <p:sp>
        <p:nvSpPr>
          <p:cNvPr id="4" name="Text Placeholder 8">
            <a:extLst>
              <a:ext uri="{FF2B5EF4-FFF2-40B4-BE49-F238E27FC236}">
                <a16:creationId xmlns:a16="http://schemas.microsoft.com/office/drawing/2014/main" id="{31FD4F7B-75D0-34AB-50E8-00F67617E16C}"/>
              </a:ext>
            </a:extLst>
          </p:cNvPr>
          <p:cNvSpPr>
            <a:spLocks noGrp="1"/>
          </p:cNvSpPr>
          <p:nvPr>
            <p:ph type="body" sz="quarter" idx="15" hasCustomPrompt="1"/>
          </p:nvPr>
        </p:nvSpPr>
        <p:spPr>
          <a:xfrm>
            <a:off x="631852" y="1772816"/>
            <a:ext cx="5183999" cy="504056"/>
          </a:xfrm>
          <a:prstGeom prst="rect">
            <a:avLst/>
          </a:prstGeom>
        </p:spPr>
        <p:txBody>
          <a:bodyPr lIns="18000" anchor="b"/>
          <a:lstStyle>
            <a:lvl1pPr marL="0" indent="0">
              <a:spcBef>
                <a:spcPts val="0"/>
              </a:spcBef>
              <a:spcAft>
                <a:spcPts val="0"/>
              </a:spcAft>
              <a:buFont typeface="Arial" panose="020B0604020202020204" pitchFamily="34" charset="0"/>
              <a:buNone/>
              <a:defRPr sz="1800">
                <a:solidFill>
                  <a:schemeClr val="tx1"/>
                </a:solidFill>
                <a:latin typeface="Onest Medium" pitchFamily="2" charset="0"/>
              </a:defRPr>
            </a:lvl1pPr>
            <a:lvl2pPr marL="0" indent="0">
              <a:spcBef>
                <a:spcPts val="0"/>
              </a:spcBef>
              <a:spcAft>
                <a:spcPts val="0"/>
              </a:spcAft>
              <a:buFont typeface="Arial" panose="020B0604020202020204" pitchFamily="34" charset="0"/>
              <a:buNone/>
              <a:defRPr sz="1800">
                <a:solidFill>
                  <a:schemeClr val="tx1"/>
                </a:solidFill>
                <a:latin typeface="Onest Medium" pitchFamily="2" charset="0"/>
              </a:defRPr>
            </a:lvl2pPr>
            <a:lvl3pPr marL="0" indent="0">
              <a:spcBef>
                <a:spcPts val="0"/>
              </a:spcBef>
              <a:spcAft>
                <a:spcPts val="0"/>
              </a:spcAft>
              <a:buNone/>
              <a:defRPr sz="1800">
                <a:solidFill>
                  <a:schemeClr val="tx1"/>
                </a:solidFill>
                <a:latin typeface="Onest Medium" pitchFamily="2" charset="0"/>
              </a:defRPr>
            </a:lvl3pPr>
            <a:lvl4pPr marL="0" indent="0">
              <a:spcBef>
                <a:spcPts val="0"/>
              </a:spcBef>
              <a:spcAft>
                <a:spcPts val="0"/>
              </a:spcAft>
              <a:buNone/>
              <a:defRPr sz="1800">
                <a:solidFill>
                  <a:schemeClr val="tx1"/>
                </a:solidFill>
                <a:latin typeface="Onest Medium" pitchFamily="2" charset="0"/>
              </a:defRPr>
            </a:lvl4pPr>
            <a:lvl5pPr marL="0" indent="0">
              <a:spcBef>
                <a:spcPts val="0"/>
              </a:spcBef>
              <a:spcAft>
                <a:spcPts val="0"/>
              </a:spcAft>
              <a:buFont typeface="Arial" panose="020B0604020202020204" pitchFamily="34" charset="0"/>
              <a:buNone/>
              <a:defRPr sz="1800">
                <a:solidFill>
                  <a:schemeClr val="tx1"/>
                </a:solidFill>
                <a:latin typeface="Onest Medium" pitchFamily="2" charset="0"/>
              </a:defRPr>
            </a:lvl5pPr>
            <a:lvl6pPr marL="0" indent="0">
              <a:spcBef>
                <a:spcPts val="0"/>
              </a:spcBef>
              <a:spcAft>
                <a:spcPts val="0"/>
              </a:spcAft>
              <a:buFont typeface="Arial" panose="020B0604020202020204" pitchFamily="34" charset="0"/>
              <a:buNone/>
              <a:defRPr sz="1800">
                <a:solidFill>
                  <a:schemeClr val="tx1"/>
                </a:solidFill>
                <a:latin typeface="Onest Medium" pitchFamily="2" charset="0"/>
              </a:defRPr>
            </a:lvl6pPr>
            <a:lvl7pPr marL="0" indent="0">
              <a:spcBef>
                <a:spcPts val="0"/>
              </a:spcBef>
              <a:spcAft>
                <a:spcPts val="0"/>
              </a:spcAft>
              <a:buNone/>
              <a:defRPr sz="1800">
                <a:solidFill>
                  <a:schemeClr val="tx1"/>
                </a:solidFill>
                <a:latin typeface="Onest Medium" pitchFamily="2" charset="0"/>
              </a:defRPr>
            </a:lvl7pPr>
            <a:lvl8pPr marL="0" indent="0">
              <a:spcBef>
                <a:spcPts val="0"/>
              </a:spcBef>
              <a:spcAft>
                <a:spcPts val="0"/>
              </a:spcAft>
              <a:buNone/>
              <a:defRPr sz="1800">
                <a:solidFill>
                  <a:schemeClr val="tx1"/>
                </a:solidFill>
                <a:latin typeface="Onest Medium" pitchFamily="2" charset="0"/>
              </a:defRPr>
            </a:lvl8pPr>
            <a:lvl9pPr marL="0" indent="0">
              <a:spcBef>
                <a:spcPts val="0"/>
              </a:spcBef>
              <a:spcAft>
                <a:spcPts val="0"/>
              </a:spcAft>
              <a:buNone/>
              <a:defRPr sz="1800">
                <a:solidFill>
                  <a:schemeClr val="tx1"/>
                </a:solidFill>
                <a:latin typeface="+mj-lt"/>
              </a:defRPr>
            </a:lvl9pPr>
          </a:lstStyle>
          <a:p>
            <a:pPr lvl="0"/>
            <a:r>
              <a:rPr lang="en-GB"/>
              <a:t>Chapter 0X.</a:t>
            </a:r>
          </a:p>
        </p:txBody>
      </p:sp>
      <p:sp>
        <p:nvSpPr>
          <p:cNvPr id="3" name="Titel 1">
            <a:extLst>
              <a:ext uri="{FF2B5EF4-FFF2-40B4-BE49-F238E27FC236}">
                <a16:creationId xmlns:a16="http://schemas.microsoft.com/office/drawing/2014/main" id="{3B662CD1-20A7-7FCF-36B6-8F04E80142EE}"/>
              </a:ext>
            </a:extLst>
          </p:cNvPr>
          <p:cNvSpPr>
            <a:spLocks noGrp="1"/>
          </p:cNvSpPr>
          <p:nvPr>
            <p:ph type="title" hasCustomPrompt="1"/>
          </p:nvPr>
        </p:nvSpPr>
        <p:spPr bwMode="black">
          <a:xfrm>
            <a:off x="631852" y="2348880"/>
            <a:ext cx="5184000" cy="1223936"/>
          </a:xfrm>
        </p:spPr>
        <p:txBody>
          <a:bodyPr anchor="t"/>
          <a:lstStyle>
            <a:lvl1pPr>
              <a:defRPr sz="4000">
                <a:solidFill>
                  <a:schemeClr val="tx1"/>
                </a:solidFill>
              </a:defRPr>
            </a:lvl1pPr>
          </a:lstStyle>
          <a:p>
            <a:r>
              <a:rPr lang="en-GB"/>
              <a:t>Chapter title</a:t>
            </a:r>
          </a:p>
        </p:txBody>
      </p:sp>
      <p:sp>
        <p:nvSpPr>
          <p:cNvPr id="2" name="Date Placeholder 3">
            <a:extLst>
              <a:ext uri="{FF2B5EF4-FFF2-40B4-BE49-F238E27FC236}">
                <a16:creationId xmlns:a16="http://schemas.microsoft.com/office/drawing/2014/main" id="{F2444A59-A11B-D30A-1AD5-AC8EE0977ED6}"/>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solidFill>
                  <a:srgbClr val="FFFFFF"/>
                </a:solidFill>
              </a:defRPr>
            </a:lvl1pPr>
          </a:lstStyle>
          <a:p>
            <a:r>
              <a:rPr lang="de-DE"/>
              <a:t>© 2026 BlackBerry Limited. All rights reserved.</a:t>
            </a:r>
            <a:endParaRPr lang="en-US"/>
          </a:p>
        </p:txBody>
      </p:sp>
      <p:sp>
        <p:nvSpPr>
          <p:cNvPr id="10" name="Text Placeholder 13">
            <a:extLst>
              <a:ext uri="{FF2B5EF4-FFF2-40B4-BE49-F238E27FC236}">
                <a16:creationId xmlns:a16="http://schemas.microsoft.com/office/drawing/2014/main" id="{64F16516-D1AC-3BC8-1379-009675728DA7}"/>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tx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endParaRPr lang="de-DE"/>
          </a:p>
        </p:txBody>
      </p:sp>
    </p:spTree>
    <p:extLst>
      <p:ext uri="{BB962C8B-B14F-4D97-AF65-F5344CB8AC3E}">
        <p14:creationId xmlns:p14="http://schemas.microsoft.com/office/powerpoint/2010/main" val="39316020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3659" userDrawn="1">
          <p15:clr>
            <a:srgbClr val="5ACBF0"/>
          </p15:clr>
        </p15:guide>
        <p15:guide id="4" orient="horz" pos="2251"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10944224"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black">
          <a:xfrm>
            <a:off x="623872" y="1773237"/>
            <a:ext cx="10944224"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2" name="Subtitle 2">
            <a:extLst>
              <a:ext uri="{FF2B5EF4-FFF2-40B4-BE49-F238E27FC236}">
                <a16:creationId xmlns:a16="http://schemas.microsoft.com/office/drawing/2014/main" id="{A3B03897-3806-F68F-6FD7-904E56AC4C6B}"/>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50883318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ne Content | Margi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EF220C-C7CD-76AD-9FC1-A0856AB0E267}"/>
              </a:ext>
              <a:ext uri="{C183D7F6-B498-43B3-948B-1728B52AA6E4}">
                <adec:decorative xmlns:adec="http://schemas.microsoft.com/office/drawing/2017/decorative" val="1"/>
              </a:ext>
            </a:extLst>
          </p:cNvPr>
          <p:cNvSpPr/>
          <p:nvPr userDrawn="1"/>
        </p:nvSpPr>
        <p:spPr bwMode="white">
          <a:xfrm>
            <a:off x="8112125" y="0"/>
            <a:ext cx="4079875"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625397">
              <a:lnSpc>
                <a:spcPct val="130000"/>
              </a:lnSpc>
              <a:spcBef>
                <a:spcPts val="200"/>
              </a:spcBef>
              <a:spcAft>
                <a:spcPts val="200"/>
              </a:spcAft>
            </a:pPr>
            <a:endParaRPr lang="en-GB" sz="1200">
              <a:solidFill>
                <a:schemeClr val="tx1"/>
              </a:solidFill>
            </a:endParaRPr>
          </a:p>
        </p:txBody>
      </p:sp>
      <p:sp>
        <p:nvSpPr>
          <p:cNvPr id="5" name="Fußzeilenplatzhalter 4">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6" name="Foliennummernplatzhalter 5"/>
          <p:cNvSpPr>
            <a:spLocks noGrp="1"/>
          </p:cNvSpPr>
          <p:nvPr>
            <p:ph type="sldNum" sz="quarter" idx="12"/>
          </p:nvPr>
        </p:nvSpPr>
        <p:spPr bwMode="gray"/>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gray">
          <a:xfrm>
            <a:off x="623888" y="620687"/>
            <a:ext cx="6911975" cy="504000"/>
          </a:xfrm>
        </p:spPr>
        <p:txBody>
          <a:bodyPr/>
          <a:lstStyle>
            <a:lvl1pPr>
              <a:defRPr/>
            </a:lvl1pPr>
          </a:lstStyle>
          <a:p>
            <a:r>
              <a:rPr lang="en-GB"/>
              <a:t>Title of the slide</a:t>
            </a:r>
          </a:p>
        </p:txBody>
      </p:sp>
      <p:sp>
        <p:nvSpPr>
          <p:cNvPr id="3" name="Inhaltsplatzhalter 2"/>
          <p:cNvSpPr>
            <a:spLocks noGrp="1"/>
          </p:cNvSpPr>
          <p:nvPr>
            <p:ph idx="1" hasCustomPrompt="1"/>
          </p:nvPr>
        </p:nvSpPr>
        <p:spPr bwMode="black">
          <a:xfrm>
            <a:off x="623872" y="1773238"/>
            <a:ext cx="6911991"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7" name="TextBox 6">
            <a:extLst>
              <a:ext uri="{FF2B5EF4-FFF2-40B4-BE49-F238E27FC236}">
                <a16:creationId xmlns:a16="http://schemas.microsoft.com/office/drawing/2014/main" id="{887251B3-800C-C616-EE4B-00036F8126AA}"/>
              </a:ext>
              <a:ext uri="{C183D7F6-B498-43B3-948B-1728B52AA6E4}">
                <adec:decorative xmlns:adec="http://schemas.microsoft.com/office/drawing/2017/decorative" val="1"/>
              </a:ext>
            </a:extLst>
          </p:cNvPr>
          <p:cNvSpPr txBox="1"/>
          <p:nvPr userDrawn="1"/>
        </p:nvSpPr>
        <p:spPr bwMode="gray">
          <a:xfrm>
            <a:off x="8688388" y="6525360"/>
            <a:ext cx="2303964" cy="144000"/>
          </a:xfrm>
          <a:prstGeom prst="rect">
            <a:avLst/>
          </a:prstGeom>
          <a:noFill/>
        </p:spPr>
        <p:txBody>
          <a:bodyPr wrap="square" lIns="0" tIns="0" rIns="0" bIns="0" rtlCol="0" anchor="ctr">
            <a:noAutofit/>
          </a:bodyPr>
          <a:lstStyle/>
          <a:p>
            <a:pPr algn="r">
              <a:spcBef>
                <a:spcPts val="200"/>
              </a:spcBef>
              <a:spcAft>
                <a:spcPts val="200"/>
              </a:spcAft>
            </a:pPr>
            <a:r>
              <a:rPr lang="en-US" sz="700">
                <a:solidFill>
                  <a:srgbClr val="8F8F8B"/>
                </a:solidFill>
                <a:latin typeface="Onest" pitchFamily="2" charset="0"/>
              </a:rPr>
              <a:t>© </a:t>
            </a:r>
            <a:fld id="{A3918C81-82EA-45E5-9D99-58960B473AC9}" type="datetimeyyyy">
              <a:rPr lang="en-US" sz="700" smtClean="0">
                <a:solidFill>
                  <a:srgbClr val="8F8F8B"/>
                </a:solidFill>
                <a:latin typeface="Onest" pitchFamily="2" charset="0"/>
              </a:rPr>
              <a:t>2026</a:t>
            </a:fld>
            <a:r>
              <a:rPr lang="en-US" sz="700">
                <a:solidFill>
                  <a:srgbClr val="8F8F8B"/>
                </a:solidFill>
                <a:latin typeface="Onest" pitchFamily="2" charset="0"/>
              </a:rPr>
              <a:t> BlackBerry Limited. All rights reserved.</a:t>
            </a:r>
          </a:p>
        </p:txBody>
      </p:sp>
      <p:sp>
        <p:nvSpPr>
          <p:cNvPr id="4" name="Subtitle 2">
            <a:extLst>
              <a:ext uri="{FF2B5EF4-FFF2-40B4-BE49-F238E27FC236}">
                <a16:creationId xmlns:a16="http://schemas.microsoft.com/office/drawing/2014/main" id="{E23073BE-1E83-1BD0-5242-99848334803A}"/>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cxnSp>
        <p:nvCxnSpPr>
          <p:cNvPr id="8" name="Straight Connector 7">
            <a:extLst>
              <a:ext uri="{FF2B5EF4-FFF2-40B4-BE49-F238E27FC236}">
                <a16:creationId xmlns:a16="http://schemas.microsoft.com/office/drawing/2014/main" id="{81D1CE6E-D607-1A05-429F-E791D9E66704}"/>
              </a:ext>
              <a:ext uri="{C183D7F6-B498-43B3-948B-1728B52AA6E4}">
                <adec:decorative xmlns:adec="http://schemas.microsoft.com/office/drawing/2017/decorative" val="1"/>
              </a:ext>
            </a:extLst>
          </p:cNvPr>
          <p:cNvCxnSpPr>
            <a:cxnSpLocks/>
          </p:cNvCxnSpPr>
          <p:nvPr userDrawn="1"/>
        </p:nvCxnSpPr>
        <p:spPr>
          <a:xfrm>
            <a:off x="8112224" y="1773238"/>
            <a:ext cx="0" cy="44696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Inhaltsplatzhalter 2">
            <a:extLst>
              <a:ext uri="{FF2B5EF4-FFF2-40B4-BE49-F238E27FC236}">
                <a16:creationId xmlns:a16="http://schemas.microsoft.com/office/drawing/2014/main" id="{44937084-D812-3A4B-EA94-E25321C213CE}"/>
              </a:ext>
            </a:extLst>
          </p:cNvPr>
          <p:cNvSpPr>
            <a:spLocks noGrp="1"/>
          </p:cNvSpPr>
          <p:nvPr>
            <p:ph idx="16" hasCustomPrompt="1"/>
          </p:nvPr>
        </p:nvSpPr>
        <p:spPr bwMode="gray">
          <a:xfrm>
            <a:off x="8688388" y="1773238"/>
            <a:ext cx="2879725" cy="4464050"/>
          </a:xfrm>
        </p:spPr>
        <p:txBody>
          <a:bodyPr/>
          <a:lstStyle>
            <a:lvl1pPr>
              <a:spcBef>
                <a:spcPts val="200"/>
              </a:spcBef>
              <a:spcAft>
                <a:spcPts val="200"/>
              </a:spcAft>
              <a:defRPr sz="1000"/>
            </a:lvl1pPr>
            <a:lvl2pPr>
              <a:spcBef>
                <a:spcPts val="1200"/>
              </a:spcBef>
              <a:spcAft>
                <a:spcPts val="200"/>
              </a:spcAft>
              <a:defRPr sz="1400"/>
            </a:lvl2pPr>
            <a:lvl3pPr marL="108000" indent="-108000">
              <a:spcBef>
                <a:spcPts val="200"/>
              </a:spcBef>
              <a:spcAft>
                <a:spcPts val="200"/>
              </a:spcAft>
              <a:defRPr sz="1000"/>
            </a:lvl3pPr>
            <a:lvl4pPr marL="216000" indent="-108000">
              <a:spcBef>
                <a:spcPts val="200"/>
              </a:spcBef>
              <a:spcAft>
                <a:spcPts val="200"/>
              </a:spcAft>
              <a:defRPr sz="1000"/>
            </a:lvl4pPr>
            <a:lvl5pPr marL="324000" indent="-108000">
              <a:spcBef>
                <a:spcPts val="200"/>
              </a:spcBef>
              <a:spcAft>
                <a:spcPts val="200"/>
              </a:spcAft>
              <a:defRPr sz="1000"/>
            </a:lvl5pPr>
            <a:lvl6pPr>
              <a:defRPr sz="1000"/>
            </a:lvl6pPr>
            <a:lvl7pPr marL="0">
              <a:defRPr sz="1400"/>
            </a:lvl7pPr>
            <a:lvl8pPr marL="108000">
              <a:defRPr sz="1000"/>
            </a:lvl8pPr>
            <a:lvl9pPr marL="216000">
              <a:defRPr sz="1000"/>
            </a:lvl9pPr>
          </a:lstStyle>
          <a:p>
            <a:pPr lvl="0"/>
            <a:r>
              <a:rPr lang="en-GB"/>
              <a:t>First list level: body text in 10 pt (Please use the "Increase/Decrease List Level" buttons on the “Home" tab to switch between the predefined text formats.) </a:t>
            </a:r>
          </a:p>
          <a:p>
            <a:pPr lvl="1"/>
            <a:r>
              <a:rPr lang="en-GB"/>
              <a:t>2nd level, subheading in 14 pt</a:t>
            </a:r>
          </a:p>
          <a:p>
            <a:pPr lvl="2"/>
            <a:r>
              <a:rPr lang="en-GB"/>
              <a:t>3rd level, 1. bullet list in 10 pt</a:t>
            </a:r>
          </a:p>
          <a:p>
            <a:pPr lvl="3"/>
            <a:r>
              <a:rPr lang="en-GB"/>
              <a:t>4th level, 2. bullet list in 10 pt</a:t>
            </a:r>
          </a:p>
          <a:p>
            <a:pPr lvl="4"/>
            <a:r>
              <a:rPr lang="en-GB"/>
              <a:t>5th level, 3. bullet list in 10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pic>
        <p:nvPicPr>
          <p:cNvPr id="10" name="Logo">
            <a:extLst>
              <a:ext uri="{FF2B5EF4-FFF2-40B4-BE49-F238E27FC236}">
                <a16:creationId xmlns:a16="http://schemas.microsoft.com/office/drawing/2014/main" id="{E40ECC1E-161B-90A8-D9F3-B50740300BE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520401674"/>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orient="horz" pos="1117" userDrawn="1">
          <p15:clr>
            <a:srgbClr val="5ACBF0"/>
          </p15:clr>
        </p15:guide>
        <p15:guide id="4" orient="horz" pos="391" userDrawn="1">
          <p15:clr>
            <a:srgbClr val="5ACBF0"/>
          </p15:clr>
        </p15:guide>
        <p15:guide id="5" pos="7287" userDrawn="1">
          <p15:clr>
            <a:srgbClr val="5ACBF0"/>
          </p15:clr>
        </p15:guide>
        <p15:guide id="6" pos="5473" userDrawn="1">
          <p15:clr>
            <a:srgbClr val="5ACBF0"/>
          </p15:clr>
        </p15:guide>
        <p15:guide id="7" pos="4747"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8"/>
            <a:ext cx="5184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6383338" y="1773238"/>
            <a:ext cx="5184775"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04E22620-C5EB-723D-2103-12C2232EDA02}"/>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4427041"/>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pos="4021" userDrawn="1">
          <p15:clr>
            <a:srgbClr val="5ACBF0"/>
          </p15:clr>
        </p15:guide>
        <p15:guide id="5" pos="3659" userDrawn="1">
          <p15:clr>
            <a:srgbClr val="5ACBF0"/>
          </p15:clr>
        </p15:guide>
        <p15:guide id="6" orient="horz" pos="391" userDrawn="1">
          <p15:clr>
            <a:srgbClr val="5ACBF0"/>
          </p15:clr>
        </p15:guide>
        <p15:guide id="7" orient="horz" pos="3929"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7"/>
            <a:ext cx="3240000"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4476240" y="1773238"/>
            <a:ext cx="3240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black">
          <a:xfrm>
            <a:off x="8328608" y="1773238"/>
            <a:ext cx="3240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31E0CD1D-FE11-E070-9C4E-136B507BEEA5}"/>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1466530392"/>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434" userDrawn="1">
          <p15:clr>
            <a:srgbClr val="5ACBF0"/>
          </p15:clr>
        </p15:guide>
        <p15:guide id="7" pos="2820" userDrawn="1">
          <p15:clr>
            <a:srgbClr val="5ACBF0"/>
          </p15:clr>
        </p15:guide>
        <p15:guide id="8" pos="4861" userDrawn="1">
          <p15:clr>
            <a:srgbClr val="5ACBF0"/>
          </p15:clr>
        </p15:guide>
        <p15:guide id="9" pos="5246"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7"/>
            <a:ext cx="2304000" cy="4464075"/>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4" name="Inhaltsplatzhalter 3"/>
          <p:cNvSpPr>
            <a:spLocks noGrp="1"/>
          </p:cNvSpPr>
          <p:nvPr>
            <p:ph sz="half" idx="2" hasCustomPrompt="1"/>
          </p:nvPr>
        </p:nvSpPr>
        <p:spPr bwMode="black">
          <a:xfrm>
            <a:off x="3503712"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Inhaltsplatzhalter 3"/>
          <p:cNvSpPr>
            <a:spLocks noGrp="1"/>
          </p:cNvSpPr>
          <p:nvPr>
            <p:ph sz="half" idx="13" hasCustomPrompt="1"/>
          </p:nvPr>
        </p:nvSpPr>
        <p:spPr bwMode="black">
          <a:xfrm>
            <a:off x="6384032"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9" name="Inhaltsplatzhalter 3">
            <a:extLst>
              <a:ext uri="{FF2B5EF4-FFF2-40B4-BE49-F238E27FC236}">
                <a16:creationId xmlns:a16="http://schemas.microsoft.com/office/drawing/2014/main" id="{8FA3A1E1-08E1-874A-0A45-58B204B3C890}"/>
              </a:ext>
            </a:extLst>
          </p:cNvPr>
          <p:cNvSpPr>
            <a:spLocks noGrp="1"/>
          </p:cNvSpPr>
          <p:nvPr>
            <p:ph sz="half" idx="16" hasCustomPrompt="1"/>
          </p:nvPr>
        </p:nvSpPr>
        <p:spPr bwMode="black">
          <a:xfrm>
            <a:off x="9263118" y="1773238"/>
            <a:ext cx="2304000" cy="4464074"/>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5" name="Subtitle 2">
            <a:extLst>
              <a:ext uri="{FF2B5EF4-FFF2-40B4-BE49-F238E27FC236}">
                <a16:creationId xmlns:a16="http://schemas.microsoft.com/office/drawing/2014/main" id="{B4D27B05-6A39-67F6-27D2-3552819ABC64}"/>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97566203"/>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1844" userDrawn="1">
          <p15:clr>
            <a:srgbClr val="5ACBF0"/>
          </p15:clr>
        </p15:guide>
        <p15:guide id="7" pos="2207" userDrawn="1">
          <p15:clr>
            <a:srgbClr val="5ACBF0"/>
          </p15:clr>
        </p15:guide>
        <p15:guide id="8" pos="3659" userDrawn="1">
          <p15:clr>
            <a:srgbClr val="5ACBF0"/>
          </p15:clr>
        </p15:guide>
        <p15:guide id="9" pos="5473" userDrawn="1">
          <p15:clr>
            <a:srgbClr val="5ACBF0"/>
          </p15:clr>
        </p15:guide>
        <p15:guide id="11" pos="4021" userDrawn="1">
          <p15:clr>
            <a:srgbClr val="5ACBF0"/>
          </p15:clr>
        </p15:guide>
        <p15:guide id="12" pos="5836"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ne Content | Picture Righ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23872" y="1773238"/>
            <a:ext cx="3456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5232400" y="1773238"/>
            <a:ext cx="6335713" cy="446405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1E0BBA77-A61C-80AF-78D9-8C02CD3C0351}"/>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3782481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2570" userDrawn="1">
          <p15:clr>
            <a:srgbClr val="5ACBF0"/>
          </p15:clr>
        </p15:guide>
        <p15:guide id="7" pos="3296"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Content | Picture Left">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959600" y="620687"/>
            <a:ext cx="4608512" cy="504000"/>
          </a:xfrm>
        </p:spPr>
        <p:txBody>
          <a:bodyPr/>
          <a:lstStyle>
            <a:lvl1pPr>
              <a:defRPr/>
            </a:lvl1pPr>
          </a:lstStyle>
          <a:p>
            <a:r>
              <a:rPr lang="en-GB"/>
              <a:t>Title of the slide</a:t>
            </a:r>
          </a:p>
        </p:txBody>
      </p:sp>
      <p:sp>
        <p:nvSpPr>
          <p:cNvPr id="3" name="Inhaltsplatzhalter 2"/>
          <p:cNvSpPr>
            <a:spLocks noGrp="1"/>
          </p:cNvSpPr>
          <p:nvPr>
            <p:ph sz="half" idx="1" hasCustomPrompt="1"/>
          </p:nvPr>
        </p:nvSpPr>
        <p:spPr bwMode="black">
          <a:xfrm>
            <a:off x="6960096" y="1773238"/>
            <a:ext cx="4608000" cy="446405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sp>
        <p:nvSpPr>
          <p:cNvPr id="8" name="Bildplatzhalter 8">
            <a:extLst>
              <a:ext uri="{FF2B5EF4-FFF2-40B4-BE49-F238E27FC236}">
                <a16:creationId xmlns:a16="http://schemas.microsoft.com/office/drawing/2014/main" id="{3AD1590B-28B0-144A-68CD-F0F91D0782BA}"/>
              </a:ext>
            </a:extLst>
          </p:cNvPr>
          <p:cNvSpPr>
            <a:spLocks noGrp="1"/>
          </p:cNvSpPr>
          <p:nvPr>
            <p:ph type="pic" sz="quarter" idx="13"/>
          </p:nvPr>
        </p:nvSpPr>
        <p:spPr bwMode="gray">
          <a:xfrm>
            <a:off x="623392" y="620713"/>
            <a:ext cx="5184000" cy="5616575"/>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A1F83972-D57B-2393-82D2-6CA362BB7109}"/>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691881208"/>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1117" userDrawn="1">
          <p15:clr>
            <a:srgbClr val="5ACBF0"/>
          </p15:clr>
        </p15:guide>
        <p15:guide id="5" orient="horz" pos="391" userDrawn="1">
          <p15:clr>
            <a:srgbClr val="5ACBF0"/>
          </p15:clr>
        </p15:guide>
        <p15:guide id="6" pos="3659" userDrawn="1">
          <p15:clr>
            <a:srgbClr val="5ACBF0"/>
          </p15:clr>
        </p15:guide>
        <p15:guide id="7" pos="4384" userDrawn="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e Picture">
    <p:spTree>
      <p:nvGrpSpPr>
        <p:cNvPr id="1" name=""/>
        <p:cNvGrpSpPr/>
        <p:nvPr/>
      </p:nvGrpSpPr>
      <p:grpSpPr>
        <a:xfrm>
          <a:off x="0" y="0"/>
          <a:ext cx="0" cy="0"/>
          <a:chOff x="0" y="0"/>
          <a:chExt cx="0" cy="0"/>
        </a:xfrm>
      </p:grpSpPr>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7" name="Foliennummernplatzhalter 6"/>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Bildplatzhalter 8">
            <a:extLst>
              <a:ext uri="{FF2B5EF4-FFF2-40B4-BE49-F238E27FC236}">
                <a16:creationId xmlns:a16="http://schemas.microsoft.com/office/drawing/2014/main" id="{41177C3D-1294-DFF4-E6B0-1F16699BF2C0}"/>
              </a:ext>
            </a:extLst>
          </p:cNvPr>
          <p:cNvSpPr>
            <a:spLocks noGrp="1"/>
          </p:cNvSpPr>
          <p:nvPr>
            <p:ph type="pic" sz="quarter" idx="13"/>
          </p:nvPr>
        </p:nvSpPr>
        <p:spPr bwMode="gray">
          <a:xfrm>
            <a:off x="623872" y="1773238"/>
            <a:ext cx="10944241" cy="446405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5" name="Subtitle 2">
            <a:extLst>
              <a:ext uri="{FF2B5EF4-FFF2-40B4-BE49-F238E27FC236}">
                <a16:creationId xmlns:a16="http://schemas.microsoft.com/office/drawing/2014/main" id="{FCF619C6-A2E4-8B7D-3EB4-FAFDB97CAB60}"/>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2007421784"/>
      </p:ext>
    </p:extLst>
  </p:cSld>
  <p:clrMapOvr>
    <a:masterClrMapping/>
  </p:clrMapOvr>
  <p:extLst>
    <p:ext uri="{DCECCB84-F9BA-43D5-87BE-67443E8EF086}">
      <p15:sldGuideLst xmlns:p15="http://schemas.microsoft.com/office/powerpoint/2012/main">
        <p15:guide id="1" orient="horz" pos="1117" userDrawn="1">
          <p15:clr>
            <a:srgbClr val="5ACBF0"/>
          </p15:clr>
        </p15:guide>
        <p15:guide id="2" pos="393" userDrawn="1">
          <p15:clr>
            <a:srgbClr val="5ACBF0"/>
          </p15:clr>
        </p15:guide>
        <p15:guide id="3" pos="7287" userDrawn="1">
          <p15:clr>
            <a:srgbClr val="5ACBF0"/>
          </p15:clr>
        </p15:guide>
        <p15:guide id="4" orient="horz" pos="3929"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858ADAD-D679-26B4-4AEF-A682620D5007}"/>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sp>
        <p:nvSpPr>
          <p:cNvPr id="6" name="Fußzeilenplatzhalter 5">
            <a:extLs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lang="en-US" smtClean="0">
                <a:noFill/>
              </a:defRPr>
            </a:lvl1pPr>
          </a:lstStyle>
          <a:p>
            <a:r>
              <a:rPr lang="en-GB"/>
              <a:t>CONFIDENTIAL – SHARED UNDER NDA. DO NOT FORWARD.</a:t>
            </a:r>
          </a:p>
        </p:txBody>
      </p:sp>
      <p:sp>
        <p:nvSpPr>
          <p:cNvPr id="7" name="Foliennummernplatzhalter 6"/>
          <p:cNvSpPr>
            <a:spLocks noGrp="1"/>
          </p:cNvSpPr>
          <p:nvPr>
            <p:ph type="sldNum" sz="quarter" idx="12"/>
          </p:nvPr>
        </p:nvSpPr>
        <p:spPr bwMode="gray">
          <a:xfrm>
            <a:off x="11208112" y="6525360"/>
            <a:ext cx="360000" cy="144000"/>
          </a:xfrm>
        </p:spPr>
        <p:txBody>
          <a:bodyPr/>
          <a:lstStyle>
            <a:lvl1pPr>
              <a:defRPr>
                <a:noFill/>
              </a:defRPr>
            </a:lvl1pPr>
          </a:lstStyle>
          <a:p>
            <a:fld id="{8FF9B0DE-3FEB-4AA0-B465-B80EF7C1333D}" type="slidenum">
              <a:rPr lang="en-GB" smtClean="0"/>
              <a:pPr/>
              <a:t>‹#›</a:t>
            </a:fld>
            <a:endParaRPr lang="en-GB"/>
          </a:p>
        </p:txBody>
      </p:sp>
      <p:sp>
        <p:nvSpPr>
          <p:cNvPr id="18" name="Picture Placeholder 17">
            <a:extLst>
              <a:ext uri="{FF2B5EF4-FFF2-40B4-BE49-F238E27FC236}">
                <a16:creationId xmlns:a16="http://schemas.microsoft.com/office/drawing/2014/main" id="{B8DF295D-CB11-A4FB-5F5E-834306A9FA83}"/>
              </a:ext>
            </a:extLst>
          </p:cNvPr>
          <p:cNvSpPr>
            <a:spLocks noGrp="1"/>
          </p:cNvSpPr>
          <p:nvPr>
            <p:ph type="pic" sz="quarter" idx="13"/>
          </p:nvPr>
        </p:nvSpPr>
        <p:spPr bwMode="gray">
          <a:xfrm>
            <a:off x="0" y="0"/>
            <a:ext cx="12192000" cy="6858001"/>
          </a:xfrm>
          <a:prstGeom prst="rect">
            <a:avLst/>
          </a:prstGeom>
          <a:noFill/>
        </p:spPr>
        <p:txBody>
          <a:bodyPr wrap="square" bIns="864000" anchor="ctr">
            <a:noAutofit/>
          </a:bodyPr>
          <a:lstStyle>
            <a:lvl1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1pPr>
            <a:lvl2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2pPr>
            <a:lvl3pPr marL="0" indent="0" algn="ctr">
              <a:lnSpc>
                <a:spcPct val="120000"/>
              </a:lnSpc>
              <a:spcBef>
                <a:spcPts val="0"/>
              </a:spcBef>
              <a:spcAft>
                <a:spcPts val="0"/>
              </a:spcAft>
              <a:buNone/>
              <a:defRPr sz="1000" b="0">
                <a:solidFill>
                  <a:schemeClr val="bg1"/>
                </a:solidFill>
                <a:latin typeface="+mn-lt"/>
              </a:defRPr>
            </a:lvl3pPr>
            <a:lvl4pPr marL="0" indent="0" algn="ctr">
              <a:lnSpc>
                <a:spcPct val="120000"/>
              </a:lnSpc>
              <a:spcBef>
                <a:spcPts val="0"/>
              </a:spcBef>
              <a:spcAft>
                <a:spcPts val="0"/>
              </a:spcAft>
              <a:buNone/>
              <a:defRPr sz="1000" b="0">
                <a:solidFill>
                  <a:schemeClr val="bg1"/>
                </a:solidFill>
                <a:latin typeface="+mn-lt"/>
              </a:defRPr>
            </a:lvl4pPr>
            <a:lvl5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5pPr>
            <a:lvl6pPr marL="0" indent="0" algn="ctr">
              <a:lnSpc>
                <a:spcPct val="120000"/>
              </a:lnSpc>
              <a:spcBef>
                <a:spcPts val="0"/>
              </a:spcBef>
              <a:spcAft>
                <a:spcPts val="0"/>
              </a:spcAft>
              <a:buFont typeface="Arial" panose="020B0604020202020204" pitchFamily="34" charset="0"/>
              <a:buNone/>
              <a:defRPr sz="1000" b="0">
                <a:solidFill>
                  <a:schemeClr val="bg1"/>
                </a:solidFill>
                <a:latin typeface="+mn-lt"/>
              </a:defRPr>
            </a:lvl6pPr>
            <a:lvl7pPr marL="0" indent="0" algn="ctr">
              <a:lnSpc>
                <a:spcPct val="120000"/>
              </a:lnSpc>
              <a:spcBef>
                <a:spcPts val="0"/>
              </a:spcBef>
              <a:spcAft>
                <a:spcPts val="0"/>
              </a:spcAft>
              <a:buNone/>
              <a:defRPr sz="1000" b="0">
                <a:solidFill>
                  <a:schemeClr val="bg1"/>
                </a:solidFill>
                <a:latin typeface="+mn-lt"/>
              </a:defRPr>
            </a:lvl7pPr>
            <a:lvl8pPr marL="0" indent="0" algn="ctr">
              <a:lnSpc>
                <a:spcPct val="120000"/>
              </a:lnSpc>
              <a:spcBef>
                <a:spcPts val="0"/>
              </a:spcBef>
              <a:spcAft>
                <a:spcPts val="0"/>
              </a:spcAft>
              <a:buNone/>
              <a:defRPr sz="1000" b="0">
                <a:solidFill>
                  <a:schemeClr val="bg1"/>
                </a:solidFill>
                <a:latin typeface="+mn-lt"/>
              </a:defRPr>
            </a:lvl8pPr>
            <a:lvl9pPr marL="0" indent="0" algn="ctr">
              <a:lnSpc>
                <a:spcPct val="120000"/>
              </a:lnSpc>
              <a:spcBef>
                <a:spcPts val="0"/>
              </a:spcBef>
              <a:spcAft>
                <a:spcPts val="0"/>
              </a:spcAft>
              <a:buNone/>
              <a:defRPr sz="1000" b="0">
                <a:solidFill>
                  <a:schemeClr val="bg1"/>
                </a:solidFill>
                <a:latin typeface="+mn-lt"/>
              </a:defRPr>
            </a:lvl9pPr>
          </a:lstStyle>
          <a:p>
            <a:endParaRPr lang="en-GB"/>
          </a:p>
        </p:txBody>
      </p:sp>
      <p:sp>
        <p:nvSpPr>
          <p:cNvPr id="16" name="Title 15">
            <a:extLst>
              <a:ext uri="{FF2B5EF4-FFF2-40B4-BE49-F238E27FC236}">
                <a16:creationId xmlns:a16="http://schemas.microsoft.com/office/drawing/2014/main" id="{28C77865-6467-D50F-9DCF-A6AAA413DF6A}"/>
              </a:ext>
            </a:extLst>
          </p:cNvPr>
          <p:cNvSpPr>
            <a:spLocks noGrp="1"/>
          </p:cNvSpPr>
          <p:nvPr>
            <p:ph type="title" hasCustomPrompt="1"/>
          </p:nvPr>
        </p:nvSpPr>
        <p:spPr>
          <a:xfrm>
            <a:off x="623888" y="4365312"/>
            <a:ext cx="5183984" cy="1872000"/>
          </a:xfrm>
          <a:noFill/>
        </p:spPr>
        <p:txBody>
          <a:bodyPr lIns="0" tIns="0" rIns="0" bIns="0" anchor="b"/>
          <a:lstStyle>
            <a:lvl1pPr>
              <a:defRPr lang="en-US" sz="4000" dirty="0">
                <a:solidFill>
                  <a:schemeClr val="bg1"/>
                </a:solidFill>
              </a:defRPr>
            </a:lvl1pPr>
          </a:lstStyle>
          <a:p>
            <a:r>
              <a:rPr lang="en-GB"/>
              <a:t>Add a message aligned to the left or right side</a:t>
            </a:r>
          </a:p>
        </p:txBody>
      </p:sp>
      <p:sp>
        <p:nvSpPr>
          <p:cNvPr id="3" name="Callout: Line 2">
            <a:extLst>
              <a:ext uri="{FF2B5EF4-FFF2-40B4-BE49-F238E27FC236}">
                <a16:creationId xmlns:a16="http://schemas.microsoft.com/office/drawing/2014/main" id="{A89324E0-1FA7-5467-7B47-C8D149B09454}"/>
              </a:ext>
              <a:ext uri="{C183D7F6-B498-43B3-948B-1728B52AA6E4}">
                <adec:decorative xmlns:adec="http://schemas.microsoft.com/office/drawing/2017/decorative" val="1"/>
              </a:ext>
            </a:extLst>
          </p:cNvPr>
          <p:cNvSpPr/>
          <p:nvPr userDrawn="1"/>
        </p:nvSpPr>
        <p:spPr bwMode="gray">
          <a:xfrm>
            <a:off x="12432704" y="1628800"/>
            <a:ext cx="1512168" cy="720080"/>
          </a:xfrm>
          <a:prstGeom prst="borderCallout1">
            <a:avLst>
              <a:gd name="adj1" fmla="val 51313"/>
              <a:gd name="adj2" fmla="val 121"/>
              <a:gd name="adj3" fmla="val 51376"/>
              <a:gd name="adj4" fmla="val -15078"/>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1000" noProof="0">
                <a:solidFill>
                  <a:schemeClr val="bg1"/>
                </a:solidFill>
              </a:rPr>
              <a:t>Adjust transparency of the picture to ensure readability.</a:t>
            </a:r>
          </a:p>
        </p:txBody>
      </p:sp>
      <p:sp>
        <p:nvSpPr>
          <p:cNvPr id="12" name="Text Placeholder 13">
            <a:extLst>
              <a:ext uri="{FF2B5EF4-FFF2-40B4-BE49-F238E27FC236}">
                <a16:creationId xmlns:a16="http://schemas.microsoft.com/office/drawing/2014/main" id="{227408C9-542A-5093-B41C-51761CEAF845}"/>
              </a:ext>
            </a:extLst>
          </p:cNvPr>
          <p:cNvSpPr>
            <a:spLocks noGrp="1" noChangeAspect="1"/>
          </p:cNvSpPr>
          <p:nvPr>
            <p:ph type="body" sz="quarter" idx="16"/>
          </p:nvPr>
        </p:nvSpPr>
        <p:spPr bwMode="black">
          <a:xfrm>
            <a:off x="11060496" y="239458"/>
            <a:ext cx="507600" cy="176400"/>
          </a:xfrm>
          <a:blipFill>
            <a:blip>
              <a:extLst>
                <a:ext uri="{96DAC541-7B7A-43D3-8B79-37D633B846F1}">
                  <asvg:svgBlip xmlns:asvg="http://schemas.microsoft.com/office/drawing/2016/SVG/main" r:embed="rId2"/>
                </a:ext>
              </a:extLst>
            </a:blip>
            <a:stretch>
              <a:fillRect/>
            </a:stretch>
          </a:blipFill>
          <a:ln w="0">
            <a:solidFill>
              <a:schemeClr val="bg2">
                <a:alpha val="0"/>
              </a:schemeClr>
            </a:solidFill>
          </a:ln>
        </p:spPr>
        <p:txBody>
          <a:bodyPr/>
          <a:lstStyle>
            <a:lvl1pPr>
              <a:lnSpc>
                <a:spcPct val="100000"/>
              </a:lnSpc>
              <a:spcBef>
                <a:spcPts val="0"/>
              </a:spcBef>
              <a:spcAft>
                <a:spcPts val="0"/>
              </a:spcAft>
              <a:defRPr sz="1000">
                <a:noFill/>
                <a:latin typeface="+mn-lt"/>
              </a:defRPr>
            </a:lvl1pPr>
            <a:lvl2pPr>
              <a:lnSpc>
                <a:spcPct val="100000"/>
              </a:lnSpc>
              <a:spcBef>
                <a:spcPts val="0"/>
              </a:spcBef>
              <a:spcAft>
                <a:spcPts val="0"/>
              </a:spcAft>
              <a:defRPr sz="1000">
                <a:noFill/>
                <a:latin typeface="+mn-lt"/>
              </a:defRPr>
            </a:lvl2pPr>
            <a:lvl3pPr marL="0" indent="0">
              <a:lnSpc>
                <a:spcPct val="100000"/>
              </a:lnSpc>
              <a:spcBef>
                <a:spcPts val="0"/>
              </a:spcBef>
              <a:spcAft>
                <a:spcPts val="0"/>
              </a:spcAft>
              <a:buFontTx/>
              <a:buNone/>
              <a:defRPr sz="1000">
                <a:noFill/>
                <a:latin typeface="+mn-lt"/>
              </a:defRPr>
            </a:lvl3pPr>
            <a:lvl4pPr marL="0" indent="0">
              <a:lnSpc>
                <a:spcPct val="100000"/>
              </a:lnSpc>
              <a:spcBef>
                <a:spcPts val="0"/>
              </a:spcBef>
              <a:spcAft>
                <a:spcPts val="0"/>
              </a:spcAft>
              <a:buFontTx/>
              <a:buNone/>
              <a:defRPr sz="1000">
                <a:noFill/>
                <a:latin typeface="+mn-lt"/>
              </a:defRPr>
            </a:lvl4pPr>
            <a:lvl5pPr marL="0" indent="0">
              <a:lnSpc>
                <a:spcPct val="100000"/>
              </a:lnSpc>
              <a:spcBef>
                <a:spcPts val="0"/>
              </a:spcBef>
              <a:spcAft>
                <a:spcPts val="0"/>
              </a:spcAft>
              <a:buFontTx/>
              <a:buNone/>
              <a:defRPr sz="1000">
                <a:noFill/>
                <a:latin typeface="+mn-lt"/>
              </a:defRPr>
            </a:lvl5pPr>
            <a:lvl6pPr>
              <a:lnSpc>
                <a:spcPct val="100000"/>
              </a:lnSpc>
              <a:spcBef>
                <a:spcPts val="0"/>
              </a:spcBef>
              <a:spcAft>
                <a:spcPts val="0"/>
              </a:spcAft>
              <a:defRPr sz="1000">
                <a:noFill/>
                <a:latin typeface="+mn-lt"/>
              </a:defRPr>
            </a:lvl6pPr>
            <a:lvl7pPr>
              <a:lnSpc>
                <a:spcPct val="100000"/>
              </a:lnSpc>
              <a:spcBef>
                <a:spcPts val="0"/>
              </a:spcBef>
              <a:spcAft>
                <a:spcPts val="0"/>
              </a:spcAft>
              <a:defRPr sz="1000">
                <a:noFill/>
                <a:latin typeface="+mn-lt"/>
              </a:defRPr>
            </a:lvl7pPr>
            <a:lvl8pPr marL="0" indent="0">
              <a:lnSpc>
                <a:spcPct val="100000"/>
              </a:lnSpc>
              <a:spcBef>
                <a:spcPts val="0"/>
              </a:spcBef>
              <a:spcAft>
                <a:spcPts val="0"/>
              </a:spcAft>
              <a:buFontTx/>
              <a:buNone/>
              <a:defRPr sz="1000">
                <a:noFill/>
                <a:latin typeface="+mn-lt"/>
              </a:defRPr>
            </a:lvl8pPr>
            <a:lvl9pPr marL="0" indent="0">
              <a:lnSpc>
                <a:spcPct val="100000"/>
              </a:lnSpc>
              <a:spcBef>
                <a:spcPts val="0"/>
              </a:spcBef>
              <a:spcAft>
                <a:spcPts val="0"/>
              </a:spcAft>
              <a:buFontTx/>
              <a:buNone/>
              <a:defRPr sz="1000">
                <a:noFill/>
                <a:latin typeface="+mn-lt"/>
              </a:defRPr>
            </a:lvl9pPr>
          </a:lstStyle>
          <a:p>
            <a:pPr lvl="0"/>
            <a:endParaRPr lang="de-DE"/>
          </a:p>
        </p:txBody>
      </p:sp>
    </p:spTree>
    <p:extLst>
      <p:ext uri="{BB962C8B-B14F-4D97-AF65-F5344CB8AC3E}">
        <p14:creationId xmlns:p14="http://schemas.microsoft.com/office/powerpoint/2010/main" val="40519760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93" userDrawn="1">
          <p15:clr>
            <a:srgbClr val="5ACBF0"/>
          </p15:clr>
        </p15:guide>
        <p15:guide id="4" orient="horz" pos="391" userDrawn="1">
          <p15:clr>
            <a:srgbClr val="5ACBF0"/>
          </p15:clr>
        </p15:guide>
        <p15:guide id="5" pos="7287" userDrawn="1">
          <p15:clr>
            <a:srgbClr val="5ACBF0"/>
          </p15:clr>
        </p15:guide>
        <p15:guide id="6" orient="horz" pos="3929"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a:xfrm>
            <a:off x="623888" y="1484784"/>
            <a:ext cx="6912000" cy="288000"/>
          </a:xfrm>
        </p:spPr>
        <p:txBody>
          <a:bodyPr anchor="b"/>
          <a:lstStyle>
            <a:lvl1pPr>
              <a:defRPr sz="1800"/>
            </a:lvl1pPr>
          </a:lstStyle>
          <a:p>
            <a:r>
              <a:rPr lang="en-GB"/>
              <a:t>Topic of statement</a:t>
            </a:r>
          </a:p>
        </p:txBody>
      </p:sp>
      <p:sp>
        <p:nvSpPr>
          <p:cNvPr id="6" name="Text Placeholder 5">
            <a:extLst>
              <a:ext uri="{FF2B5EF4-FFF2-40B4-BE49-F238E27FC236}">
                <a16:creationId xmlns:a16="http://schemas.microsoft.com/office/drawing/2014/main" id="{67E6804A-B557-0580-B9FF-6543B0B27020}"/>
              </a:ext>
            </a:extLst>
          </p:cNvPr>
          <p:cNvSpPr>
            <a:spLocks noGrp="1"/>
          </p:cNvSpPr>
          <p:nvPr>
            <p:ph type="body" sz="quarter" idx="16" hasCustomPrompt="1"/>
          </p:nvPr>
        </p:nvSpPr>
        <p:spPr>
          <a:xfrm>
            <a:off x="623888" y="2204864"/>
            <a:ext cx="6911975" cy="4032000"/>
          </a:xfrm>
          <a:prstGeom prst="rect">
            <a:avLst/>
          </a:prstGeom>
        </p:spPr>
        <p:txBody>
          <a:bodyPr/>
          <a:lstStyle>
            <a:lvl1pPr marL="0" indent="0">
              <a:spcBef>
                <a:spcPts val="600"/>
              </a:spcBef>
              <a:spcAft>
                <a:spcPts val="600"/>
              </a:spcAft>
              <a:buFont typeface="Arial" panose="020B0604020202020204" pitchFamily="34" charset="0"/>
              <a:buNone/>
              <a:defRPr sz="3200">
                <a:latin typeface="+mn-lt"/>
              </a:defRPr>
            </a:lvl1pPr>
            <a:lvl2pPr marL="0" indent="0">
              <a:spcBef>
                <a:spcPts val="600"/>
              </a:spcBef>
              <a:spcAft>
                <a:spcPts val="600"/>
              </a:spcAft>
              <a:buFont typeface="Arial" panose="020B0604020202020204" pitchFamily="34" charset="0"/>
              <a:buNone/>
              <a:defRPr sz="3200">
                <a:latin typeface="+mn-lt"/>
              </a:defRPr>
            </a:lvl2pPr>
            <a:lvl3pPr marL="0" indent="0">
              <a:spcBef>
                <a:spcPts val="600"/>
              </a:spcBef>
              <a:spcAft>
                <a:spcPts val="600"/>
              </a:spcAft>
              <a:buNone/>
              <a:defRPr sz="3200">
                <a:latin typeface="+mn-lt"/>
              </a:defRPr>
            </a:lvl3pPr>
            <a:lvl4pPr marL="0" indent="0">
              <a:spcBef>
                <a:spcPts val="600"/>
              </a:spcBef>
              <a:spcAft>
                <a:spcPts val="600"/>
              </a:spcAft>
              <a:buNone/>
              <a:defRPr sz="3200">
                <a:latin typeface="+mn-lt"/>
              </a:defRPr>
            </a:lvl4pPr>
            <a:lvl5pPr marL="0" indent="0">
              <a:spcBef>
                <a:spcPts val="600"/>
              </a:spcBef>
              <a:spcAft>
                <a:spcPts val="600"/>
              </a:spcAft>
              <a:buFont typeface="Arial" panose="020B0604020202020204" pitchFamily="34" charset="0"/>
              <a:buNone/>
              <a:defRPr sz="3200">
                <a:latin typeface="+mn-lt"/>
              </a:defRPr>
            </a:lvl5pPr>
            <a:lvl6pPr marL="0" indent="0">
              <a:spcBef>
                <a:spcPts val="600"/>
              </a:spcBef>
              <a:spcAft>
                <a:spcPts val="600"/>
              </a:spcAft>
              <a:buFont typeface="Arial" panose="020B0604020202020204" pitchFamily="34" charset="0"/>
              <a:buNone/>
              <a:defRPr sz="3200">
                <a:latin typeface="+mn-lt"/>
              </a:defRPr>
            </a:lvl6pPr>
            <a:lvl7pPr marL="0" indent="0">
              <a:spcBef>
                <a:spcPts val="600"/>
              </a:spcBef>
              <a:spcAft>
                <a:spcPts val="600"/>
              </a:spcAft>
              <a:buNone/>
              <a:defRPr sz="3200">
                <a:latin typeface="+mn-lt"/>
              </a:defRPr>
            </a:lvl7pPr>
            <a:lvl8pPr marL="0" indent="0">
              <a:spcBef>
                <a:spcPts val="600"/>
              </a:spcBef>
              <a:spcAft>
                <a:spcPts val="600"/>
              </a:spcAft>
              <a:buNone/>
              <a:defRPr sz="3200">
                <a:latin typeface="+mn-lt"/>
              </a:defRPr>
            </a:lvl8pPr>
            <a:lvl9pPr marL="0" indent="0">
              <a:spcBef>
                <a:spcPts val="600"/>
              </a:spcBef>
              <a:spcAft>
                <a:spcPts val="600"/>
              </a:spcAft>
              <a:buNone/>
              <a:defRPr sz="3200">
                <a:latin typeface="+mn-lt"/>
              </a:defRPr>
            </a:lvl9pPr>
          </a:lstStyle>
          <a:p>
            <a:pPr lvl="0"/>
            <a:r>
              <a:rPr lang="en-GB"/>
              <a:t>Add an important statement</a:t>
            </a:r>
          </a:p>
        </p:txBody>
      </p:sp>
      <p:pic>
        <p:nvPicPr>
          <p:cNvPr id="20" name="Graphic 19">
            <a:extLst>
              <a:ext uri="{FF2B5EF4-FFF2-40B4-BE49-F238E27FC236}">
                <a16:creationId xmlns:a16="http://schemas.microsoft.com/office/drawing/2014/main" id="{D87F7DD5-FE55-1757-0CD4-20FAE20C2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a:off x="9606976" y="0"/>
            <a:ext cx="2585024" cy="6858000"/>
          </a:xfrm>
          <a:prstGeom prst="rect">
            <a:avLst/>
          </a:prstGeom>
        </p:spPr>
      </p:pic>
      <p:sp>
        <p:nvSpPr>
          <p:cNvPr id="3" name="Subtitle 2">
            <a:extLst>
              <a:ext uri="{FF2B5EF4-FFF2-40B4-BE49-F238E27FC236}">
                <a16:creationId xmlns:a16="http://schemas.microsoft.com/office/drawing/2014/main" id="{47C0BC4A-2B94-C4C8-BAB0-C51AE88EEDC6}"/>
              </a:ext>
              <a:ext uri="{C183D7F6-B498-43B3-948B-1728B52AA6E4}">
                <adec:decorative xmlns:adec="http://schemas.microsoft.com/office/drawing/2017/decorative" val="1"/>
              </a:ext>
            </a:extLst>
          </p:cNvPr>
          <p:cNvSpPr>
            <a:spLocks noGrp="1"/>
          </p:cNvSpPr>
          <p:nvPr>
            <p:ph type="subTitle" idx="17"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
        <p:nvSpPr>
          <p:cNvPr id="7" name="Box">
            <a:extLst>
              <a:ext uri="{FF2B5EF4-FFF2-40B4-BE49-F238E27FC236}">
                <a16:creationId xmlns:a16="http://schemas.microsoft.com/office/drawing/2014/main" id="{1383CA07-6945-F67C-0640-B79EE219FC09}"/>
              </a:ext>
            </a:extLst>
          </p:cNvPr>
          <p:cNvSpPr/>
          <p:nvPr userDrawn="1"/>
        </p:nvSpPr>
        <p:spPr bwMode="invGray">
          <a:xfrm>
            <a:off x="10580483" y="-1"/>
            <a:ext cx="1276157" cy="9648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Logo">
            <a:extLst>
              <a:ext uri="{FF2B5EF4-FFF2-40B4-BE49-F238E27FC236}">
                <a16:creationId xmlns:a16="http://schemas.microsoft.com/office/drawing/2014/main" id="{19210578-8885-4C18-A4C5-D3918EDD99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2949452986"/>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4747" userDrawn="1">
          <p15:clr>
            <a:srgbClr val="5ACBF0"/>
          </p15:clr>
        </p15:guide>
        <p15:guide id="5" orient="horz" pos="1389" userDrawn="1">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4" name="Fußzeilenplatzhalter 3">
            <a:extLs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en-GB"/>
              <a:t>CONFIDENTIAL – SHARED UNDER NDA. DO NOT FORWARD.</a:t>
            </a:r>
          </a:p>
        </p:txBody>
      </p:sp>
      <p:sp>
        <p:nvSpPr>
          <p:cNvPr id="5" name="Foliennummernplatzhalter 4"/>
          <p:cNvSpPr>
            <a:spLocks noGrp="1"/>
          </p:cNvSpPr>
          <p:nvPr>
            <p:ph type="sldNum" sz="quarter" idx="12"/>
          </p:nvPr>
        </p:nvSpPr>
        <p:spPr bwMode="gray"/>
        <p:txBody>
          <a:bodyPr/>
          <a:lstStyle/>
          <a:p>
            <a:fld id="{8FF9B0DE-3FEB-4AA0-B465-B80EF7C1333D}" type="slidenum">
              <a:rPr lang="en-GB" smtClean="0"/>
              <a:t>‹#›</a:t>
            </a:fld>
            <a:endParaRPr lang="en-GB"/>
          </a:p>
        </p:txBody>
      </p:sp>
      <p:sp>
        <p:nvSpPr>
          <p:cNvPr id="2" name="Titel 1"/>
          <p:cNvSpPr>
            <a:spLocks noGrp="1"/>
          </p:cNvSpPr>
          <p:nvPr>
            <p:ph type="title" hasCustomPrompt="1"/>
          </p:nvPr>
        </p:nvSpPr>
        <p:spPr bwMode="gray"/>
        <p:txBody>
          <a:bodyPr/>
          <a:lstStyle>
            <a:lvl1pPr>
              <a:defRPr/>
            </a:lvl1pPr>
          </a:lstStyle>
          <a:p>
            <a:r>
              <a:rPr lang="en-GB"/>
              <a:t>Title of the slide</a:t>
            </a:r>
          </a:p>
        </p:txBody>
      </p:sp>
      <p:sp>
        <p:nvSpPr>
          <p:cNvPr id="3" name="Subtitle 2">
            <a:extLst>
              <a:ext uri="{FF2B5EF4-FFF2-40B4-BE49-F238E27FC236}">
                <a16:creationId xmlns:a16="http://schemas.microsoft.com/office/drawing/2014/main" id="{B9C45FCD-6CD9-C35E-4E96-71C11BF3EEB4}"/>
              </a:ext>
              <a:ext uri="{C183D7F6-B498-43B3-948B-1728B52AA6E4}">
                <adec:decorative xmlns:adec="http://schemas.microsoft.com/office/drawing/2017/decorative" val="1"/>
              </a:ext>
            </a:extLst>
          </p:cNvPr>
          <p:cNvSpPr>
            <a:spLocks noGrp="1"/>
          </p:cNvSpPr>
          <p:nvPr>
            <p:ph type="subTitle" idx="16" hasCustomPrompt="1"/>
          </p:nvPr>
        </p:nvSpPr>
        <p:spPr>
          <a:xfrm>
            <a:off x="623888" y="298800"/>
            <a:ext cx="5184000" cy="144000"/>
          </a:xfrm>
          <a:prstGeom prst="rect">
            <a:avLst/>
          </a:prstGeom>
        </p:spPr>
        <p:txBody>
          <a:bodyPr anchor="b"/>
          <a:lstStyle>
            <a:lvl1pPr marL="0" indent="0" algn="l">
              <a:spcBef>
                <a:spcPts val="0"/>
              </a:spcBef>
              <a:spcAft>
                <a:spcPts val="0"/>
              </a:spcAft>
              <a:buNone/>
              <a:defRPr sz="1000">
                <a:solidFill>
                  <a:srgbClr val="8F8F8B"/>
                </a:solidFill>
                <a:latin typeface="Onest Medium" pitchFamily="2" charset="0"/>
              </a:defRPr>
            </a:lvl1pPr>
            <a:lvl2pPr marL="0" indent="0" algn="l">
              <a:spcBef>
                <a:spcPts val="0"/>
              </a:spcBef>
              <a:spcAft>
                <a:spcPts val="0"/>
              </a:spcAft>
              <a:buNone/>
              <a:defRPr sz="1000">
                <a:solidFill>
                  <a:srgbClr val="8F8F8B"/>
                </a:solidFill>
                <a:latin typeface="Onest Medium" pitchFamily="2" charset="0"/>
              </a:defRPr>
            </a:lvl2pPr>
            <a:lvl3pPr marL="0" indent="0" algn="l">
              <a:spcBef>
                <a:spcPts val="0"/>
              </a:spcBef>
              <a:spcAft>
                <a:spcPts val="0"/>
              </a:spcAft>
              <a:buNone/>
              <a:defRPr sz="1000">
                <a:solidFill>
                  <a:srgbClr val="8F8F8B"/>
                </a:solidFill>
                <a:latin typeface="Onest Medium" pitchFamily="2" charset="0"/>
              </a:defRPr>
            </a:lvl3pPr>
            <a:lvl4pPr marL="0" indent="0" algn="l">
              <a:spcBef>
                <a:spcPts val="0"/>
              </a:spcBef>
              <a:spcAft>
                <a:spcPts val="0"/>
              </a:spcAft>
              <a:buNone/>
              <a:defRPr sz="1000">
                <a:solidFill>
                  <a:srgbClr val="8F8F8B"/>
                </a:solidFill>
                <a:latin typeface="Onest Medium" pitchFamily="2" charset="0"/>
              </a:defRPr>
            </a:lvl4pPr>
            <a:lvl5pPr marL="0" indent="0" algn="l">
              <a:spcBef>
                <a:spcPts val="0"/>
              </a:spcBef>
              <a:spcAft>
                <a:spcPts val="0"/>
              </a:spcAft>
              <a:buNone/>
              <a:defRPr sz="1000">
                <a:solidFill>
                  <a:srgbClr val="8F8F8B"/>
                </a:solidFill>
                <a:latin typeface="Onest Medium" pitchFamily="2" charset="0"/>
              </a:defRPr>
            </a:lvl5pPr>
            <a:lvl6pPr marL="0" indent="0" algn="l">
              <a:spcBef>
                <a:spcPts val="0"/>
              </a:spcBef>
              <a:spcAft>
                <a:spcPts val="0"/>
              </a:spcAft>
              <a:buNone/>
              <a:defRPr sz="1000">
                <a:solidFill>
                  <a:srgbClr val="8F8F8B"/>
                </a:solidFill>
                <a:latin typeface="Onest Medium" pitchFamily="2" charset="0"/>
              </a:defRPr>
            </a:lvl6pPr>
            <a:lvl7pPr marL="0" indent="0" algn="l">
              <a:spcBef>
                <a:spcPts val="0"/>
              </a:spcBef>
              <a:spcAft>
                <a:spcPts val="0"/>
              </a:spcAft>
              <a:buNone/>
              <a:defRPr sz="1000">
                <a:solidFill>
                  <a:srgbClr val="8F8F8B"/>
                </a:solidFill>
                <a:latin typeface="Onest Medium" pitchFamily="2" charset="0"/>
              </a:defRPr>
            </a:lvl7pPr>
            <a:lvl8pPr marL="0" indent="0" algn="l">
              <a:spcBef>
                <a:spcPts val="0"/>
              </a:spcBef>
              <a:spcAft>
                <a:spcPts val="0"/>
              </a:spcAft>
              <a:buNone/>
              <a:defRPr sz="1000">
                <a:solidFill>
                  <a:srgbClr val="8F8F8B"/>
                </a:solidFill>
                <a:latin typeface="Onest Medium" pitchFamily="2" charset="0"/>
              </a:defRPr>
            </a:lvl8pPr>
            <a:lvl9pPr marL="0" indent="0" algn="l">
              <a:spcBef>
                <a:spcPts val="0"/>
              </a:spcBef>
              <a:spcAft>
                <a:spcPts val="0"/>
              </a:spcAft>
              <a:buNone/>
              <a:defRPr sz="1000">
                <a:solidFill>
                  <a:srgbClr val="8F8F8B"/>
                </a:solidFill>
                <a:latin typeface="Onest Medium" pitchFamily="2" charset="0"/>
              </a:defRPr>
            </a:lvl9pPr>
          </a:lstStyle>
          <a:p>
            <a:pPr lvl="0"/>
            <a:r>
              <a:rPr lang="en-GB"/>
              <a:t>01. Optional chapter navigation</a:t>
            </a:r>
          </a:p>
        </p:txBody>
      </p:sp>
    </p:spTree>
    <p:extLst>
      <p:ext uri="{BB962C8B-B14F-4D97-AF65-F5344CB8AC3E}">
        <p14:creationId xmlns:p14="http://schemas.microsoft.com/office/powerpoint/2010/main" val="375491161"/>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393" userDrawn="1">
          <p15:clr>
            <a:srgbClr val="5ACBF0"/>
          </p15:clr>
        </p15:guide>
        <p15:guide id="3" pos="7287" userDrawn="1">
          <p15:clr>
            <a:srgbClr val="5ACBF0"/>
          </p15:clr>
        </p15:guide>
        <p15:guide id="4" orient="horz" pos="391" userDrawn="1">
          <p15:clr>
            <a:srgbClr val="5ACBF0"/>
          </p15:clr>
        </p15:guide>
        <p15:guide id="5" orient="horz" pos="1117"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ac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820F22-AB0B-FCC4-19F4-47AB9C42AB26}"/>
              </a:ext>
            </a:extLst>
          </p:cNvPr>
          <p:cNvSpPr>
            <a:spLocks noGrp="1"/>
          </p:cNvSpPr>
          <p:nvPr>
            <p:ph type="title" hasCustomPrompt="1"/>
          </p:nvPr>
        </p:nvSpPr>
        <p:spPr>
          <a:xfrm>
            <a:off x="3503613" y="2913719"/>
            <a:ext cx="2880522" cy="1008112"/>
          </a:xfrm>
        </p:spPr>
        <p:txBody>
          <a:bodyPr tIns="0" anchor="ctr"/>
          <a:lstStyle>
            <a:lvl1pPr>
              <a:defRPr/>
            </a:lvl1pPr>
          </a:lstStyle>
          <a:p>
            <a:r>
              <a:rPr lang="en-GB" noProof="0"/>
              <a:t>Thank you</a:t>
            </a:r>
          </a:p>
        </p:txBody>
      </p:sp>
      <p:sp>
        <p:nvSpPr>
          <p:cNvPr id="8" name="Textplatzhalter 7"/>
          <p:cNvSpPr>
            <a:spLocks noGrp="1"/>
          </p:cNvSpPr>
          <p:nvPr>
            <p:ph type="body" sz="quarter" idx="10" hasCustomPrompt="1"/>
          </p:nvPr>
        </p:nvSpPr>
        <p:spPr bwMode="black">
          <a:xfrm>
            <a:off x="6959599" y="3284984"/>
            <a:ext cx="3457575" cy="2952000"/>
          </a:xfrm>
          <a:prstGeom prst="rect">
            <a:avLst/>
          </a:prstGeom>
        </p:spPr>
        <p:txBody>
          <a:bodyPr anchor="t"/>
          <a:lstStyle>
            <a:lvl1pPr algn="l">
              <a:spcBef>
                <a:spcPts val="200"/>
              </a:spcBef>
              <a:spcAft>
                <a:spcPts val="200"/>
              </a:spcAft>
              <a:defRPr sz="1800" b="0">
                <a:solidFill>
                  <a:schemeClr val="bg2"/>
                </a:solidFill>
                <a:latin typeface="+mj-lt"/>
              </a:defRPr>
            </a:lvl1pPr>
            <a:lvl2pPr marL="0" indent="0" algn="l">
              <a:spcBef>
                <a:spcPts val="200"/>
              </a:spcBef>
              <a:spcAft>
                <a:spcPts val="1200"/>
              </a:spcAft>
              <a:buFont typeface="Arial" panose="020B0604020202020204" pitchFamily="34" charset="0"/>
              <a:buNone/>
              <a:tabLst>
                <a:tab pos="723900" algn="l"/>
              </a:tabLst>
              <a:defRPr sz="1000" b="0">
                <a:latin typeface="+mn-lt"/>
              </a:defRPr>
            </a:lvl2pPr>
            <a:lvl3pPr marL="0" indent="0" algn="l">
              <a:spcBef>
                <a:spcPts val="200"/>
              </a:spcBef>
              <a:spcAft>
                <a:spcPts val="200"/>
              </a:spcAft>
              <a:buNone/>
              <a:tabLst>
                <a:tab pos="723900" algn="l"/>
              </a:tabLst>
              <a:defRPr sz="1400" b="0">
                <a:latin typeface="+mn-lt"/>
              </a:defRPr>
            </a:lvl3pPr>
            <a:lvl4pPr marL="0" indent="0" algn="l">
              <a:spcBef>
                <a:spcPts val="200"/>
              </a:spcBef>
              <a:spcAft>
                <a:spcPts val="200"/>
              </a:spcAft>
              <a:buNone/>
              <a:tabLst>
                <a:tab pos="723900" algn="l"/>
              </a:tabLst>
              <a:defRPr sz="1400" b="0">
                <a:latin typeface="+mn-lt"/>
              </a:defRPr>
            </a:lvl4pPr>
            <a:lvl5pPr marL="0" indent="0" algn="l">
              <a:spcBef>
                <a:spcPts val="200"/>
              </a:spcBef>
              <a:spcAft>
                <a:spcPts val="200"/>
              </a:spcAft>
              <a:buNone/>
              <a:tabLst>
                <a:tab pos="723900" algn="l"/>
              </a:tabLst>
              <a:defRPr sz="1400" b="0">
                <a:latin typeface="+mn-lt"/>
              </a:defRPr>
            </a:lvl5pPr>
            <a:lvl6pPr marL="0" indent="0">
              <a:spcBef>
                <a:spcPts val="200"/>
              </a:spcBef>
              <a:spcAft>
                <a:spcPts val="200"/>
              </a:spcAft>
              <a:buNone/>
              <a:tabLst>
                <a:tab pos="723900" algn="l"/>
              </a:tabLst>
              <a:defRPr sz="1400" b="0">
                <a:latin typeface="+mn-lt"/>
              </a:defRPr>
            </a:lvl6pPr>
            <a:lvl7pPr marL="0" indent="0">
              <a:spcBef>
                <a:spcPts val="200"/>
              </a:spcBef>
              <a:spcAft>
                <a:spcPts val="200"/>
              </a:spcAft>
              <a:buNone/>
              <a:tabLst>
                <a:tab pos="723900" algn="l"/>
              </a:tabLst>
              <a:defRPr sz="1400" b="0">
                <a:latin typeface="+mn-lt"/>
              </a:defRPr>
            </a:lvl7pPr>
            <a:lvl8pPr marL="0" indent="0">
              <a:spcBef>
                <a:spcPts val="200"/>
              </a:spcBef>
              <a:spcAft>
                <a:spcPts val="200"/>
              </a:spcAft>
              <a:buNone/>
              <a:tabLst>
                <a:tab pos="723900" algn="l"/>
              </a:tabLst>
              <a:defRPr sz="1400" b="0">
                <a:latin typeface="+mn-lt"/>
              </a:defRPr>
            </a:lvl8pPr>
            <a:lvl9pPr marL="0" indent="0">
              <a:spcBef>
                <a:spcPts val="200"/>
              </a:spcBef>
              <a:spcAft>
                <a:spcPts val="200"/>
              </a:spcAft>
              <a:buNone/>
              <a:tabLst>
                <a:tab pos="723900" algn="l"/>
              </a:tabLst>
              <a:defRPr sz="1400" b="0">
                <a:latin typeface="+mn-lt"/>
              </a:defRPr>
            </a:lvl9pPr>
          </a:lstStyle>
          <a:p>
            <a:pPr lvl="0"/>
            <a:r>
              <a:rPr lang="en-GB"/>
              <a:t>Name Surname</a:t>
            </a:r>
          </a:p>
          <a:p>
            <a:pPr lvl="1"/>
            <a:r>
              <a:rPr lang="en-GB"/>
              <a:t>Job title</a:t>
            </a:r>
          </a:p>
          <a:p>
            <a:pPr lvl="2"/>
            <a:r>
              <a:rPr lang="en-GB"/>
              <a:t>Contact data</a:t>
            </a:r>
          </a:p>
        </p:txBody>
      </p:sp>
      <p:pic>
        <p:nvPicPr>
          <p:cNvPr id="2" name="Graphic 1">
            <a:extLst>
              <a:ext uri="{FF2B5EF4-FFF2-40B4-BE49-F238E27FC236}">
                <a16:creationId xmlns:a16="http://schemas.microsoft.com/office/drawing/2014/main" id="{F3784D80-5586-6198-7C51-BAE686880F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11467" r="83682" b="11572"/>
          <a:stretch/>
        </p:blipFill>
        <p:spPr>
          <a:xfrm rot="10800000">
            <a:off x="1" y="0"/>
            <a:ext cx="2585024" cy="6858000"/>
          </a:xfrm>
          <a:prstGeom prst="rect">
            <a:avLst/>
          </a:prstGeom>
        </p:spPr>
      </p:pic>
      <p:sp>
        <p:nvSpPr>
          <p:cNvPr id="10" name="Bildplatzhalter 8">
            <a:extLst>
              <a:ext uri="{FF2B5EF4-FFF2-40B4-BE49-F238E27FC236}">
                <a16:creationId xmlns:a16="http://schemas.microsoft.com/office/drawing/2014/main" id="{14649956-A4E1-EFE1-CA84-A162CF80FADE}"/>
              </a:ext>
              <a:ext uri="{C183D7F6-B498-43B3-948B-1728B52AA6E4}">
                <adec:decorative xmlns:adec="http://schemas.microsoft.com/office/drawing/2017/decorative" val="1"/>
              </a:ext>
            </a:extLst>
          </p:cNvPr>
          <p:cNvSpPr>
            <a:spLocks noGrp="1"/>
          </p:cNvSpPr>
          <p:nvPr>
            <p:ph type="pic" sz="quarter" idx="13"/>
          </p:nvPr>
        </p:nvSpPr>
        <p:spPr bwMode="black">
          <a:xfrm>
            <a:off x="6959600" y="620712"/>
            <a:ext cx="3457575" cy="2304000"/>
          </a:xfrm>
          <a:prstGeom prst="rect">
            <a:avLst/>
          </a:prstGeom>
          <a:noFill/>
        </p:spPr>
        <p:txBody>
          <a:bodyPr bIns="864000" anchor="ctr"/>
          <a:lstStyle>
            <a:lvl1pPr marL="0" indent="0" algn="ctr">
              <a:lnSpc>
                <a:spcPct val="120000"/>
              </a:lnSpc>
              <a:spcBef>
                <a:spcPts val="0"/>
              </a:spcBef>
              <a:spcAft>
                <a:spcPts val="0"/>
              </a:spcAft>
              <a:buFont typeface="Arial" panose="020B0604020202020204" pitchFamily="34" charset="0"/>
              <a:buNone/>
              <a:defRPr sz="1000" b="0">
                <a:latin typeface="+mn-lt"/>
              </a:defRPr>
            </a:lvl1pPr>
            <a:lvl2pPr marL="0" indent="0" algn="ctr">
              <a:lnSpc>
                <a:spcPct val="120000"/>
              </a:lnSpc>
              <a:spcBef>
                <a:spcPts val="0"/>
              </a:spcBef>
              <a:spcAft>
                <a:spcPts val="0"/>
              </a:spcAft>
              <a:buFont typeface="Arial" panose="020B0604020202020204" pitchFamily="34" charset="0"/>
              <a:buNone/>
              <a:defRPr sz="1000" b="0">
                <a:latin typeface="+mn-lt"/>
              </a:defRPr>
            </a:lvl2pPr>
            <a:lvl3pPr marL="0" indent="0" algn="ctr">
              <a:lnSpc>
                <a:spcPct val="120000"/>
              </a:lnSpc>
              <a:spcBef>
                <a:spcPts val="0"/>
              </a:spcBef>
              <a:spcAft>
                <a:spcPts val="0"/>
              </a:spcAft>
              <a:buNone/>
              <a:defRPr sz="1000" b="0">
                <a:latin typeface="+mn-lt"/>
              </a:defRPr>
            </a:lvl3pPr>
            <a:lvl4pPr marL="0" indent="0" algn="ctr">
              <a:lnSpc>
                <a:spcPct val="120000"/>
              </a:lnSpc>
              <a:spcBef>
                <a:spcPts val="0"/>
              </a:spcBef>
              <a:spcAft>
                <a:spcPts val="0"/>
              </a:spcAft>
              <a:buNone/>
              <a:defRPr sz="1000" b="0">
                <a:latin typeface="+mn-lt"/>
              </a:defRPr>
            </a:lvl4pPr>
            <a:lvl5pPr marL="0" indent="0" algn="ctr">
              <a:lnSpc>
                <a:spcPct val="120000"/>
              </a:lnSpc>
              <a:spcBef>
                <a:spcPts val="0"/>
              </a:spcBef>
              <a:spcAft>
                <a:spcPts val="0"/>
              </a:spcAft>
              <a:buFont typeface="Arial" panose="020B0604020202020204" pitchFamily="34" charset="0"/>
              <a:buNone/>
              <a:defRPr sz="1000" b="0">
                <a:latin typeface="+mn-lt"/>
              </a:defRPr>
            </a:lvl5pPr>
            <a:lvl6pPr marL="0" indent="0" algn="ctr">
              <a:lnSpc>
                <a:spcPct val="120000"/>
              </a:lnSpc>
              <a:spcBef>
                <a:spcPts val="0"/>
              </a:spcBef>
              <a:spcAft>
                <a:spcPts val="0"/>
              </a:spcAft>
              <a:buFont typeface="Arial" panose="020B0604020202020204" pitchFamily="34" charset="0"/>
              <a:buNone/>
              <a:defRPr sz="1000" b="0">
                <a:latin typeface="+mn-lt"/>
              </a:defRPr>
            </a:lvl6pPr>
            <a:lvl7pPr marL="0" indent="0" algn="ctr">
              <a:lnSpc>
                <a:spcPct val="120000"/>
              </a:lnSpc>
              <a:spcBef>
                <a:spcPts val="0"/>
              </a:spcBef>
              <a:spcAft>
                <a:spcPts val="0"/>
              </a:spcAft>
              <a:buNone/>
              <a:defRPr sz="1000" b="0">
                <a:latin typeface="+mn-lt"/>
              </a:defRPr>
            </a:lvl7pPr>
            <a:lvl8pPr marL="0" indent="0" algn="ctr">
              <a:lnSpc>
                <a:spcPct val="120000"/>
              </a:lnSpc>
              <a:spcBef>
                <a:spcPts val="0"/>
              </a:spcBef>
              <a:spcAft>
                <a:spcPts val="0"/>
              </a:spcAft>
              <a:buNone/>
              <a:defRPr sz="1000" b="0">
                <a:latin typeface="+mn-lt"/>
              </a:defRPr>
            </a:lvl8pPr>
            <a:lvl9pPr marL="0" indent="0" algn="ctr">
              <a:lnSpc>
                <a:spcPct val="120000"/>
              </a:lnSpc>
              <a:spcBef>
                <a:spcPts val="0"/>
              </a:spcBef>
              <a:spcAft>
                <a:spcPts val="0"/>
              </a:spcAft>
              <a:buNone/>
              <a:defRPr sz="1000" b="0">
                <a:latin typeface="+mn-lt"/>
              </a:defRPr>
            </a:lvl9pPr>
          </a:lstStyle>
          <a:p>
            <a:endParaRPr lang="en-GB"/>
          </a:p>
        </p:txBody>
      </p:sp>
      <p:sp>
        <p:nvSpPr>
          <p:cNvPr id="3" name="Footer Placeholder 2">
            <a:extLst>
              <a:ext uri="{FF2B5EF4-FFF2-40B4-BE49-F238E27FC236}">
                <a16:creationId xmlns:a16="http://schemas.microsoft.com/office/drawing/2014/main" id="{3AE7DDDF-C12F-4CD6-ABC5-E6EC2BB84651}"/>
              </a:ext>
            </a:extLst>
          </p:cNvPr>
          <p:cNvSpPr>
            <a:spLocks noGrp="1"/>
          </p:cNvSpPr>
          <p:nvPr>
            <p:ph type="ftr" sz="quarter" idx="14"/>
          </p:nvPr>
        </p:nvSpPr>
        <p:spPr/>
        <p:txBody>
          <a:bodyPr/>
          <a:lstStyle>
            <a:lvl1pPr>
              <a:defRPr>
                <a:noFill/>
              </a:defRPr>
            </a:lvl1pPr>
          </a:lstStyle>
          <a:p>
            <a:r>
              <a:rPr lang="en-GB"/>
              <a:t>CONFIDENTIAL – SHARED UNDER NDA. DO NOT FORWARD.</a:t>
            </a:r>
          </a:p>
        </p:txBody>
      </p:sp>
      <p:sp>
        <p:nvSpPr>
          <p:cNvPr id="4" name="Slide Number Placeholder 3">
            <a:extLst>
              <a:ext uri="{FF2B5EF4-FFF2-40B4-BE49-F238E27FC236}">
                <a16:creationId xmlns:a16="http://schemas.microsoft.com/office/drawing/2014/main" id="{54B21251-1225-91AC-8267-5F50CE927D85}"/>
              </a:ext>
            </a:extLst>
          </p:cNvPr>
          <p:cNvSpPr>
            <a:spLocks noGrp="1"/>
          </p:cNvSpPr>
          <p:nvPr>
            <p:ph type="sldNum" sz="quarter" idx="15"/>
          </p:nvPr>
        </p:nvSpPr>
        <p:spPr/>
        <p:txBody>
          <a:bodyPr/>
          <a:lstStyle>
            <a:lvl1pPr>
              <a:defRPr>
                <a:noFill/>
              </a:defRPr>
            </a:lvl1pPr>
          </a:lstStyle>
          <a:p>
            <a:fld id="{8FF9B0DE-3FEB-4AA0-B465-B80EF7C1333D}" type="slidenum">
              <a:rPr lang="en-GB" smtClean="0"/>
              <a:pPr/>
              <a:t>‹#›</a:t>
            </a:fld>
            <a:endParaRPr lang="en-GB"/>
          </a:p>
        </p:txBody>
      </p:sp>
      <p:sp>
        <p:nvSpPr>
          <p:cNvPr id="6" name="Date Placeholder 3">
            <a:extLst>
              <a:ext uri="{FF2B5EF4-FFF2-40B4-BE49-F238E27FC236}">
                <a16:creationId xmlns:a16="http://schemas.microsoft.com/office/drawing/2014/main" id="{25EADE93-A9EF-74FA-2C3E-0EAEFCA9C0FE}"/>
              </a:ext>
            </a:extLst>
          </p:cNvPr>
          <p:cNvSpPr>
            <a:spLocks noGrp="1"/>
          </p:cNvSpPr>
          <p:nvPr>
            <p:ph type="dt" sz="half" idx="2"/>
          </p:nvPr>
        </p:nvSpPr>
        <p:spPr>
          <a:xfrm>
            <a:off x="8688288" y="6525360"/>
            <a:ext cx="2304000" cy="144000"/>
          </a:xfrm>
          <a:prstGeom prst="rect">
            <a:avLst/>
          </a:prstGeom>
        </p:spPr>
        <p:txBody>
          <a:bodyPr vert="horz" lIns="0" tIns="0" rIns="0" bIns="0" rtlCol="0" anchor="ctr"/>
          <a:lstStyle>
            <a:lvl1pPr algn="r">
              <a:defRPr sz="700">
                <a:noFill/>
              </a:defRPr>
            </a:lvl1pPr>
          </a:lstStyle>
          <a:p>
            <a:r>
              <a:rPr lang="de-DE"/>
              <a:t>© 2026 BlackBerry Limited. All rights reserved.</a:t>
            </a:r>
            <a:endParaRPr lang="en-US"/>
          </a:p>
        </p:txBody>
      </p:sp>
      <p:pic>
        <p:nvPicPr>
          <p:cNvPr id="5" name="Logo">
            <a:extLst>
              <a:ext uri="{FF2B5EF4-FFF2-40B4-BE49-F238E27FC236}">
                <a16:creationId xmlns:a16="http://schemas.microsoft.com/office/drawing/2014/main" id="{B4645AC1-0063-A4BD-B5E6-1E7196D7B8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528842129"/>
      </p:ext>
    </p:extLst>
  </p:cSld>
  <p:clrMapOvr>
    <a:masterClrMapping/>
  </p:clrMapOvr>
  <p:extLst>
    <p:ext uri="{DCECCB84-F9BA-43D5-87BE-67443E8EF086}">
      <p15:sldGuideLst xmlns:p15="http://schemas.microsoft.com/office/powerpoint/2012/main">
        <p15:guide id="1" orient="horz" pos="3929" userDrawn="1">
          <p15:clr>
            <a:srgbClr val="5ACBF0"/>
          </p15:clr>
        </p15:guide>
        <p15:guide id="2" pos="6562" userDrawn="1">
          <p15:clr>
            <a:srgbClr val="5ACBF0"/>
          </p15:clr>
        </p15:guide>
        <p15:guide id="4" orient="horz" pos="391" userDrawn="1">
          <p15:clr>
            <a:srgbClr val="5ACBF0"/>
          </p15:clr>
        </p15:guide>
        <p15:guide id="5" pos="4384" userDrawn="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image" Target="../media/image11.svg"/><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5" name="Gruppieren 24">
            <a:extLst>
              <a:ext uri="{C183D7F6-B498-43B3-948B-1728B52AA6E4}">
                <adec:decorative xmlns:adec="http://schemas.microsoft.com/office/drawing/2017/decorative" val="1"/>
              </a:ext>
            </a:extLst>
          </p:cNvPr>
          <p:cNvGrpSpPr/>
          <p:nvPr userDrawn="1"/>
        </p:nvGrpSpPr>
        <p:grpSpPr bwMode="gray">
          <a:xfrm>
            <a:off x="-168688" y="620688"/>
            <a:ext cx="72000" cy="5616624"/>
            <a:chOff x="-456728" y="620688"/>
            <a:chExt cx="216000" cy="5616624"/>
          </a:xfrm>
        </p:grpSpPr>
        <p:cxnSp>
          <p:nvCxnSpPr>
            <p:cNvPr id="23" name="Gerader Verbinder 22"/>
            <p:cNvCxnSpPr/>
            <p:nvPr userDrawn="1"/>
          </p:nvCxnSpPr>
          <p:spPr bwMode="gray">
            <a:xfrm>
              <a:off x="-456728" y="620688"/>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237312"/>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A80C130E-FFAB-1C25-18E3-9DA5F46EA753}"/>
                </a:ext>
              </a:extLst>
            </p:cNvPr>
            <p:cNvCxnSpPr/>
            <p:nvPr userDrawn="1"/>
          </p:nvCxnSpPr>
          <p:spPr bwMode="gray">
            <a:xfrm>
              <a:off x="-456728" y="1772816"/>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 name="Fußzeilenplatzhalter 4">
            <a:extLs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rgbClr val="8F8F8B"/>
                </a:solidFill>
              </a:defRPr>
            </a:lvl1pPr>
          </a:lstStyle>
          <a:p>
            <a:r>
              <a:rPr lang="en-GB"/>
              <a:t>CONFIDENTIAL – SHARED UNDER NDA. DO NOT FORWARD.</a:t>
            </a:r>
          </a:p>
        </p:txBody>
      </p:sp>
      <p:sp>
        <p:nvSpPr>
          <p:cNvPr id="6" name="Foliennummernplatzhalter 5"/>
          <p:cNvSpPr>
            <a:spLocks noGrp="1"/>
          </p:cNvSpPr>
          <p:nvPr>
            <p:ph type="sldNum" sz="quarter" idx="4"/>
          </p:nvPr>
        </p:nvSpPr>
        <p:spPr bwMode="gray">
          <a:xfrm>
            <a:off x="11208112" y="6525360"/>
            <a:ext cx="360000" cy="144000"/>
          </a:xfrm>
          <a:prstGeom prst="rect">
            <a:avLst/>
          </a:prstGeom>
        </p:spPr>
        <p:txBody>
          <a:bodyPr vert="horz" lIns="0" tIns="0" rIns="0" bIns="0" rtlCol="0" anchor="ctr">
            <a:noAutofit/>
          </a:bodyPr>
          <a:lstStyle>
            <a:lvl1pPr algn="r">
              <a:defRPr sz="700">
                <a:solidFill>
                  <a:srgbClr val="8F8F8B"/>
                </a:solidFill>
                <a:latin typeface="+mj-lt"/>
              </a:defRPr>
            </a:lvl1pPr>
          </a:lstStyle>
          <a:p>
            <a:fld id="{8FF9B0DE-3FEB-4AA0-B465-B80EF7C1333D}" type="slidenum">
              <a:rPr lang="en-GB" smtClean="0"/>
              <a:pPr/>
              <a:t>‹#›</a:t>
            </a:fld>
            <a:endParaRPr lang="en-GB"/>
          </a:p>
        </p:txBody>
      </p:sp>
      <p:sp>
        <p:nvSpPr>
          <p:cNvPr id="2" name="Titelplatzhalter 1"/>
          <p:cNvSpPr>
            <a:spLocks noGrp="1"/>
          </p:cNvSpPr>
          <p:nvPr>
            <p:ph type="title"/>
          </p:nvPr>
        </p:nvSpPr>
        <p:spPr bwMode="gray">
          <a:xfrm>
            <a:off x="623888" y="620687"/>
            <a:ext cx="10944224" cy="504000"/>
          </a:xfrm>
          <a:prstGeom prst="rect">
            <a:avLst/>
          </a:prstGeom>
        </p:spPr>
        <p:txBody>
          <a:bodyPr vert="horz" lIns="0" tIns="0" rIns="0" bIns="0" rtlCol="0" anchor="t">
            <a:noAutofit/>
          </a:bodyPr>
          <a:lstStyle/>
          <a:p>
            <a:r>
              <a:rPr lang="en-GB"/>
              <a:t>Master title format</a:t>
            </a:r>
          </a:p>
        </p:txBody>
      </p:sp>
      <p:sp>
        <p:nvSpPr>
          <p:cNvPr id="3" name="Textplatzhalter 2"/>
          <p:cNvSpPr>
            <a:spLocks noGrp="1"/>
          </p:cNvSpPr>
          <p:nvPr>
            <p:ph type="body" idx="1"/>
          </p:nvPr>
        </p:nvSpPr>
        <p:spPr bwMode="gray">
          <a:xfrm>
            <a:off x="623888" y="1773239"/>
            <a:ext cx="10944225" cy="4464050"/>
          </a:xfrm>
          <a:prstGeom prst="rect">
            <a:avLst/>
          </a:prstGeom>
        </p:spPr>
        <p:txBody>
          <a:bodyPr vert="horz" lIns="0" tIns="0" rIns="0" bIns="0" rtlCol="0">
            <a:noAutofit/>
          </a:body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grpSp>
        <p:nvGrpSpPr>
          <p:cNvPr id="19" name="Group 18">
            <a:extLst>
              <a:ext uri="{FF2B5EF4-FFF2-40B4-BE49-F238E27FC236}">
                <a16:creationId xmlns:a16="http://schemas.microsoft.com/office/drawing/2014/main" id="{60C9C158-0880-C88E-392B-303801BF3B1F}"/>
              </a:ext>
              <a:ext uri="{C183D7F6-B498-43B3-948B-1728B52AA6E4}">
                <adec:decorative xmlns:adec="http://schemas.microsoft.com/office/drawing/2017/decorative" val="1"/>
              </a:ext>
            </a:extLst>
          </p:cNvPr>
          <p:cNvGrpSpPr/>
          <p:nvPr userDrawn="1"/>
        </p:nvGrpSpPr>
        <p:grpSpPr>
          <a:xfrm>
            <a:off x="623888" y="-279400"/>
            <a:ext cx="10946176" cy="108000"/>
            <a:chOff x="623888" y="-279400"/>
            <a:chExt cx="10946176" cy="108000"/>
          </a:xfrm>
        </p:grpSpPr>
        <p:cxnSp>
          <p:nvCxnSpPr>
            <p:cNvPr id="52" name="Gerader Verbinder 51">
              <a:extLst>
                <a:ext uri="{FF2B5EF4-FFF2-40B4-BE49-F238E27FC236}">
                  <a16:creationId xmlns:a16="http://schemas.microsoft.com/office/drawing/2014/main" id="{FB3F183F-4A20-C039-6CFB-C8BE6BB2E790}"/>
                </a:ext>
              </a:extLst>
            </p:cNvPr>
            <p:cNvCxnSpPr>
              <a:cxnSpLocks/>
            </p:cNvCxnSpPr>
            <p:nvPr userDrawn="1"/>
          </p:nvCxnSpPr>
          <p:spPr bwMode="gray">
            <a:xfrm>
              <a:off x="623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Gerader Verbinder 12">
              <a:extLst>
                <a:ext uri="{FF2B5EF4-FFF2-40B4-BE49-F238E27FC236}">
                  <a16:creationId xmlns:a16="http://schemas.microsoft.com/office/drawing/2014/main" id="{7D3B68E6-D823-99B9-04BD-0843824B55E0}"/>
                </a:ext>
              </a:extLst>
            </p:cNvPr>
            <p:cNvCxnSpPr>
              <a:cxnSpLocks/>
            </p:cNvCxnSpPr>
            <p:nvPr userDrawn="1"/>
          </p:nvCxnSpPr>
          <p:spPr bwMode="gray">
            <a:xfrm>
              <a:off x="1199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Gerader Verbinder 12">
              <a:extLst>
                <a:ext uri="{FF2B5EF4-FFF2-40B4-BE49-F238E27FC236}">
                  <a16:creationId xmlns:a16="http://schemas.microsoft.com/office/drawing/2014/main" id="{21B6146C-08F9-BFA6-0BD6-E6EEFDCAA66D}"/>
                </a:ext>
              </a:extLst>
            </p:cNvPr>
            <p:cNvCxnSpPr>
              <a:cxnSpLocks/>
            </p:cNvCxnSpPr>
            <p:nvPr userDrawn="1"/>
          </p:nvCxnSpPr>
          <p:spPr bwMode="gray">
            <a:xfrm>
              <a:off x="1775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Gerader Verbinder 12">
              <a:extLst>
                <a:ext uri="{FF2B5EF4-FFF2-40B4-BE49-F238E27FC236}">
                  <a16:creationId xmlns:a16="http://schemas.microsoft.com/office/drawing/2014/main" id="{783FDB41-EBA0-848F-CA4B-559246DCCB50}"/>
                </a:ext>
              </a:extLst>
            </p:cNvPr>
            <p:cNvCxnSpPr>
              <a:cxnSpLocks/>
            </p:cNvCxnSpPr>
            <p:nvPr userDrawn="1"/>
          </p:nvCxnSpPr>
          <p:spPr bwMode="gray">
            <a:xfrm>
              <a:off x="235201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Gerader Verbinder 12">
              <a:extLst>
                <a:ext uri="{FF2B5EF4-FFF2-40B4-BE49-F238E27FC236}">
                  <a16:creationId xmlns:a16="http://schemas.microsoft.com/office/drawing/2014/main" id="{9106D7B1-DB33-3E76-F86D-AB80351B250F}"/>
                </a:ext>
              </a:extLst>
            </p:cNvPr>
            <p:cNvCxnSpPr>
              <a:cxnSpLocks/>
            </p:cNvCxnSpPr>
            <p:nvPr userDrawn="1"/>
          </p:nvCxnSpPr>
          <p:spPr bwMode="gray">
            <a:xfrm>
              <a:off x="292814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Gerader Verbinder 12">
              <a:extLst>
                <a:ext uri="{FF2B5EF4-FFF2-40B4-BE49-F238E27FC236}">
                  <a16:creationId xmlns:a16="http://schemas.microsoft.com/office/drawing/2014/main" id="{F60363AD-3A82-21AD-833C-E52EF282BC41}"/>
                </a:ext>
              </a:extLst>
            </p:cNvPr>
            <p:cNvCxnSpPr>
              <a:cxnSpLocks/>
            </p:cNvCxnSpPr>
            <p:nvPr userDrawn="1"/>
          </p:nvCxnSpPr>
          <p:spPr bwMode="gray">
            <a:xfrm>
              <a:off x="350427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Gerader Verbinder 12">
              <a:extLst>
                <a:ext uri="{FF2B5EF4-FFF2-40B4-BE49-F238E27FC236}">
                  <a16:creationId xmlns:a16="http://schemas.microsoft.com/office/drawing/2014/main" id="{13680DF0-FAFE-2093-28E7-AD4E8F55B6EB}"/>
                </a:ext>
              </a:extLst>
            </p:cNvPr>
            <p:cNvCxnSpPr>
              <a:cxnSpLocks/>
            </p:cNvCxnSpPr>
            <p:nvPr userDrawn="1"/>
          </p:nvCxnSpPr>
          <p:spPr bwMode="gray">
            <a:xfrm>
              <a:off x="408040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Gerader Verbinder 12">
              <a:extLst>
                <a:ext uri="{FF2B5EF4-FFF2-40B4-BE49-F238E27FC236}">
                  <a16:creationId xmlns:a16="http://schemas.microsoft.com/office/drawing/2014/main" id="{D2B39669-1DB7-FB69-8718-9ADC51CC91FA}"/>
                </a:ext>
              </a:extLst>
            </p:cNvPr>
            <p:cNvCxnSpPr>
              <a:cxnSpLocks/>
            </p:cNvCxnSpPr>
            <p:nvPr userDrawn="1"/>
          </p:nvCxnSpPr>
          <p:spPr bwMode="gray">
            <a:xfrm>
              <a:off x="465652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Gerader Verbinder 12">
              <a:extLst>
                <a:ext uri="{FF2B5EF4-FFF2-40B4-BE49-F238E27FC236}">
                  <a16:creationId xmlns:a16="http://schemas.microsoft.com/office/drawing/2014/main" id="{F5649386-2689-8590-7E18-09063377FA9B}"/>
                </a:ext>
              </a:extLst>
            </p:cNvPr>
            <p:cNvCxnSpPr>
              <a:cxnSpLocks/>
            </p:cNvCxnSpPr>
            <p:nvPr userDrawn="1"/>
          </p:nvCxnSpPr>
          <p:spPr bwMode="gray">
            <a:xfrm>
              <a:off x="523265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Gerader Verbinder 12">
              <a:extLst>
                <a:ext uri="{FF2B5EF4-FFF2-40B4-BE49-F238E27FC236}">
                  <a16:creationId xmlns:a16="http://schemas.microsoft.com/office/drawing/2014/main" id="{9426BA6C-1DAA-DD25-1C50-4D2B214B064E}"/>
                </a:ext>
              </a:extLst>
            </p:cNvPr>
            <p:cNvCxnSpPr>
              <a:cxnSpLocks/>
            </p:cNvCxnSpPr>
            <p:nvPr userDrawn="1"/>
          </p:nvCxnSpPr>
          <p:spPr bwMode="gray">
            <a:xfrm>
              <a:off x="580878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Gerader Verbinder 12">
              <a:extLst>
                <a:ext uri="{FF2B5EF4-FFF2-40B4-BE49-F238E27FC236}">
                  <a16:creationId xmlns:a16="http://schemas.microsoft.com/office/drawing/2014/main" id="{271183F4-1370-4769-AD4A-67AB7669FC4A}"/>
                </a:ext>
              </a:extLst>
            </p:cNvPr>
            <p:cNvCxnSpPr>
              <a:cxnSpLocks/>
            </p:cNvCxnSpPr>
            <p:nvPr userDrawn="1"/>
          </p:nvCxnSpPr>
          <p:spPr bwMode="gray">
            <a:xfrm>
              <a:off x="638491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3" name="Gerader Verbinder 12">
              <a:extLst>
                <a:ext uri="{FF2B5EF4-FFF2-40B4-BE49-F238E27FC236}">
                  <a16:creationId xmlns:a16="http://schemas.microsoft.com/office/drawing/2014/main" id="{C008B0B3-1207-E40A-542B-B9B9DFBC78CF}"/>
                </a:ext>
              </a:extLst>
            </p:cNvPr>
            <p:cNvCxnSpPr>
              <a:cxnSpLocks/>
            </p:cNvCxnSpPr>
            <p:nvPr userDrawn="1"/>
          </p:nvCxnSpPr>
          <p:spPr bwMode="gray">
            <a:xfrm>
              <a:off x="696104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Gerader Verbinder 12">
              <a:extLst>
                <a:ext uri="{FF2B5EF4-FFF2-40B4-BE49-F238E27FC236}">
                  <a16:creationId xmlns:a16="http://schemas.microsoft.com/office/drawing/2014/main" id="{A505D355-BA84-FEA9-8B2D-4A52E4E75B4E}"/>
                </a:ext>
              </a:extLst>
            </p:cNvPr>
            <p:cNvCxnSpPr>
              <a:cxnSpLocks/>
            </p:cNvCxnSpPr>
            <p:nvPr userDrawn="1"/>
          </p:nvCxnSpPr>
          <p:spPr bwMode="gray">
            <a:xfrm>
              <a:off x="753716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Gerader Verbinder 12">
              <a:extLst>
                <a:ext uri="{FF2B5EF4-FFF2-40B4-BE49-F238E27FC236}">
                  <a16:creationId xmlns:a16="http://schemas.microsoft.com/office/drawing/2014/main" id="{C0167BC6-BF16-9AC7-7AB4-9D5DE127D4B5}"/>
                </a:ext>
              </a:extLst>
            </p:cNvPr>
            <p:cNvCxnSpPr>
              <a:cxnSpLocks/>
            </p:cNvCxnSpPr>
            <p:nvPr userDrawn="1"/>
          </p:nvCxnSpPr>
          <p:spPr bwMode="gray">
            <a:xfrm>
              <a:off x="811329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6" name="Gerader Verbinder 12">
              <a:extLst>
                <a:ext uri="{FF2B5EF4-FFF2-40B4-BE49-F238E27FC236}">
                  <a16:creationId xmlns:a16="http://schemas.microsoft.com/office/drawing/2014/main" id="{19241246-778C-7089-4EF1-64E728B2E25F}"/>
                </a:ext>
              </a:extLst>
            </p:cNvPr>
            <p:cNvCxnSpPr>
              <a:cxnSpLocks/>
            </p:cNvCxnSpPr>
            <p:nvPr userDrawn="1"/>
          </p:nvCxnSpPr>
          <p:spPr bwMode="gray">
            <a:xfrm>
              <a:off x="868942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Gerader Verbinder 12">
              <a:extLst>
                <a:ext uri="{FF2B5EF4-FFF2-40B4-BE49-F238E27FC236}">
                  <a16:creationId xmlns:a16="http://schemas.microsoft.com/office/drawing/2014/main" id="{A090D565-38F2-39B7-2B28-735F75E22300}"/>
                </a:ext>
              </a:extLst>
            </p:cNvPr>
            <p:cNvCxnSpPr>
              <a:cxnSpLocks/>
            </p:cNvCxnSpPr>
            <p:nvPr userDrawn="1"/>
          </p:nvCxnSpPr>
          <p:spPr bwMode="gray">
            <a:xfrm>
              <a:off x="926555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Gerader Verbinder 12">
              <a:extLst>
                <a:ext uri="{FF2B5EF4-FFF2-40B4-BE49-F238E27FC236}">
                  <a16:creationId xmlns:a16="http://schemas.microsoft.com/office/drawing/2014/main" id="{98D7EFC9-C38C-3024-FDF1-90F4FB8C9245}"/>
                </a:ext>
              </a:extLst>
            </p:cNvPr>
            <p:cNvCxnSpPr>
              <a:cxnSpLocks/>
            </p:cNvCxnSpPr>
            <p:nvPr userDrawn="1"/>
          </p:nvCxnSpPr>
          <p:spPr bwMode="gray">
            <a:xfrm>
              <a:off x="984168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Gerader Verbinder 12">
              <a:extLst>
                <a:ext uri="{FF2B5EF4-FFF2-40B4-BE49-F238E27FC236}">
                  <a16:creationId xmlns:a16="http://schemas.microsoft.com/office/drawing/2014/main" id="{E89575A4-E067-8D9D-C4DD-13F848922470}"/>
                </a:ext>
              </a:extLst>
            </p:cNvPr>
            <p:cNvCxnSpPr>
              <a:cxnSpLocks/>
            </p:cNvCxnSpPr>
            <p:nvPr userDrawn="1"/>
          </p:nvCxnSpPr>
          <p:spPr bwMode="gray">
            <a:xfrm>
              <a:off x="1041780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Gerader Verbinder 12">
              <a:extLst>
                <a:ext uri="{FF2B5EF4-FFF2-40B4-BE49-F238E27FC236}">
                  <a16:creationId xmlns:a16="http://schemas.microsoft.com/office/drawing/2014/main" id="{9A690B72-D042-5FB5-9512-D39A15A35AC8}"/>
                </a:ext>
              </a:extLst>
            </p:cNvPr>
            <p:cNvCxnSpPr>
              <a:cxnSpLocks/>
            </p:cNvCxnSpPr>
            <p:nvPr userDrawn="1"/>
          </p:nvCxnSpPr>
          <p:spPr bwMode="gray">
            <a:xfrm>
              <a:off x="1099393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1" name="Gerader Verbinder 12">
              <a:extLst>
                <a:ext uri="{FF2B5EF4-FFF2-40B4-BE49-F238E27FC236}">
                  <a16:creationId xmlns:a16="http://schemas.microsoft.com/office/drawing/2014/main" id="{8C780BB7-0447-94C0-2DB4-1D1542BE7199}"/>
                </a:ext>
              </a:extLst>
            </p:cNvPr>
            <p:cNvCxnSpPr>
              <a:cxnSpLocks/>
            </p:cNvCxnSpPr>
            <p:nvPr userDrawn="1"/>
          </p:nvCxnSpPr>
          <p:spPr bwMode="gray">
            <a:xfrm>
              <a:off x="1157006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118D6E-C050-4018-B59E-4C9A1A9EEB9E}"/>
                </a:ext>
              </a:extLst>
            </p:cNvPr>
            <p:cNvCxnSpPr/>
            <p:nvPr userDrawn="1"/>
          </p:nvCxnSpPr>
          <p:spPr bwMode="gray">
            <a:xfrm>
              <a:off x="623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D4DA8B5-5EED-4441-E2FB-16E4777E3D14}"/>
                </a:ext>
              </a:extLst>
            </p:cNvPr>
            <p:cNvCxnSpPr/>
            <p:nvPr userDrawn="1"/>
          </p:nvCxnSpPr>
          <p:spPr bwMode="gray">
            <a:xfrm>
              <a:off x="1775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7FA00BD-385B-2681-21A7-C6EE95FCAF0E}"/>
                </a:ext>
              </a:extLst>
            </p:cNvPr>
            <p:cNvCxnSpPr/>
            <p:nvPr userDrawn="1"/>
          </p:nvCxnSpPr>
          <p:spPr bwMode="gray">
            <a:xfrm>
              <a:off x="292814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BB6208-E614-A138-0616-30E074C37515}"/>
                </a:ext>
              </a:extLst>
            </p:cNvPr>
            <p:cNvCxnSpPr/>
            <p:nvPr userDrawn="1"/>
          </p:nvCxnSpPr>
          <p:spPr bwMode="gray">
            <a:xfrm>
              <a:off x="408040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8834F7-76D4-750A-3CA2-EFA46107D343}"/>
                </a:ext>
              </a:extLst>
            </p:cNvPr>
            <p:cNvCxnSpPr/>
            <p:nvPr userDrawn="1"/>
          </p:nvCxnSpPr>
          <p:spPr bwMode="gray">
            <a:xfrm>
              <a:off x="523265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A74E96-CB47-B6B0-B61F-39F69B54942B}"/>
                </a:ext>
              </a:extLst>
            </p:cNvPr>
            <p:cNvCxnSpPr/>
            <p:nvPr userDrawn="1"/>
          </p:nvCxnSpPr>
          <p:spPr bwMode="gray">
            <a:xfrm>
              <a:off x="6384912"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B7129F-24F4-5E06-E53E-6AFE0F8347A5}"/>
                </a:ext>
              </a:extLst>
            </p:cNvPr>
            <p:cNvCxnSpPr/>
            <p:nvPr userDrawn="1"/>
          </p:nvCxnSpPr>
          <p:spPr bwMode="gray">
            <a:xfrm>
              <a:off x="753716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A5D3E-CA5C-B513-51E8-933FDFFEECB2}"/>
                </a:ext>
              </a:extLst>
            </p:cNvPr>
            <p:cNvCxnSpPr/>
            <p:nvPr userDrawn="1"/>
          </p:nvCxnSpPr>
          <p:spPr bwMode="gray">
            <a:xfrm>
              <a:off x="868942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B2A69B-253D-1536-1F92-D4C6833FDCE2}"/>
                </a:ext>
              </a:extLst>
            </p:cNvPr>
            <p:cNvCxnSpPr/>
            <p:nvPr userDrawn="1"/>
          </p:nvCxnSpPr>
          <p:spPr bwMode="gray">
            <a:xfrm>
              <a:off x="984168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DD3B66-EB3B-2C1E-08A1-000B49FD1F34}"/>
                </a:ext>
              </a:extLst>
            </p:cNvPr>
            <p:cNvCxnSpPr/>
            <p:nvPr userDrawn="1"/>
          </p:nvCxnSpPr>
          <p:spPr bwMode="gray">
            <a:xfrm>
              <a:off x="1099393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3783742F-459B-4ECC-9A88-26A1379C472D}"/>
              </a:ext>
              <a:ext uri="{C183D7F6-B498-43B3-948B-1728B52AA6E4}">
                <adec:decorative xmlns:adec="http://schemas.microsoft.com/office/drawing/2017/decorative" val="1"/>
              </a:ext>
            </a:extLst>
          </p:cNvPr>
          <p:cNvSpPr txBox="1"/>
          <p:nvPr userDrawn="1"/>
        </p:nvSpPr>
        <p:spPr bwMode="gray">
          <a:xfrm>
            <a:off x="8689424" y="6525360"/>
            <a:ext cx="230292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rgbClr val="8F8F8B"/>
                </a:solidFill>
                <a:latin typeface="Onest" pitchFamily="2" charset="0"/>
              </a:rPr>
              <a:t>© </a:t>
            </a:r>
            <a:fld id="{F840E9BB-576D-451A-8E58-7560756B2087}" type="datetimeyyyy">
              <a:rPr lang="en-GB" sz="700" smtClean="0">
                <a:solidFill>
                  <a:srgbClr val="8F8F8B"/>
                </a:solidFill>
                <a:latin typeface="Onest" pitchFamily="2" charset="0"/>
              </a:rPr>
              <a:t>2026</a:t>
            </a:fld>
            <a:r>
              <a:rPr lang="en-GB" sz="700">
                <a:solidFill>
                  <a:srgbClr val="8F8F8B"/>
                </a:solidFill>
                <a:latin typeface="Onest" pitchFamily="2" charset="0"/>
              </a:rPr>
              <a:t> </a:t>
            </a:r>
            <a:r>
              <a:rPr lang="en-US" sz="700">
                <a:solidFill>
                  <a:srgbClr val="8F8F8B"/>
                </a:solidFill>
                <a:latin typeface="Onest" pitchFamily="2" charset="0"/>
              </a:rPr>
              <a:t>BlackBerry Limited. All rights reserved.</a:t>
            </a:r>
            <a:endParaRPr lang="en-GB" sz="700">
              <a:solidFill>
                <a:srgbClr val="8F8F8B"/>
              </a:solidFill>
              <a:latin typeface="Onest" pitchFamily="2" charset="0"/>
            </a:endParaRPr>
          </a:p>
        </p:txBody>
      </p:sp>
      <p:pic>
        <p:nvPicPr>
          <p:cNvPr id="4" name="Logo">
            <a:extLst>
              <a:ext uri="{FF2B5EF4-FFF2-40B4-BE49-F238E27FC236}">
                <a16:creationId xmlns:a16="http://schemas.microsoft.com/office/drawing/2014/main" id="{E61BDE8A-2C7E-A236-1375-FE495BB9FC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bwMode="gray">
          <a:xfrm>
            <a:off x="11060443" y="239793"/>
            <a:ext cx="507653" cy="176065"/>
          </a:xfrm>
          <a:prstGeom prst="rect">
            <a:avLst/>
          </a:prstGeom>
        </p:spPr>
      </p:pic>
    </p:spTree>
    <p:extLst>
      <p:ext uri="{BB962C8B-B14F-4D97-AF65-F5344CB8AC3E}">
        <p14:creationId xmlns:p14="http://schemas.microsoft.com/office/powerpoint/2010/main" val="259861064"/>
      </p:ext>
    </p:extLst>
  </p:cSld>
  <p:clrMap bg1="lt1" tx1="dk1" bg2="lt2" tx2="dk2" accent1="accent1" accent2="accent2" accent3="accent3" accent4="accent4" accent5="accent5" accent6="accent6" hlink="hlink" folHlink="folHlink"/>
  <p:sldLayoutIdLst>
    <p:sldLayoutId id="2147483649" r:id="rId1"/>
    <p:sldLayoutId id="2147483696" r:id="rId2"/>
    <p:sldLayoutId id="2147483698" r:id="rId3"/>
    <p:sldLayoutId id="2147483673" r:id="rId4"/>
    <p:sldLayoutId id="2147483668" r:id="rId5"/>
    <p:sldLayoutId id="2147483701" r:id="rId6"/>
    <p:sldLayoutId id="2147483661" r:id="rId7"/>
    <p:sldLayoutId id="2147483651" r:id="rId8"/>
    <p:sldLayoutId id="2147483670" r:id="rId9"/>
    <p:sldLayoutId id="2147483650" r:id="rId10"/>
    <p:sldLayoutId id="2147483663" r:id="rId11"/>
    <p:sldLayoutId id="2147483652" r:id="rId12"/>
    <p:sldLayoutId id="2147483659" r:id="rId13"/>
    <p:sldLayoutId id="2147483664" r:id="rId14"/>
    <p:sldLayoutId id="2147483656" r:id="rId15"/>
    <p:sldLayoutId id="2147483671" r:id="rId16"/>
    <p:sldLayoutId id="2147483657" r:id="rId17"/>
    <p:sldLayoutId id="2147483658" r:id="rId18"/>
    <p:sldLayoutId id="2147483672" r:id="rId19"/>
    <p:sldLayoutId id="2147483654" r:id="rId20"/>
    <p:sldLayoutId id="2147483662" r:id="rId21"/>
  </p:sldLayoutIdLst>
  <p:hf sldNum="0" hdr="0"/>
  <p:txStyles>
    <p:titleStyle>
      <a:lvl1pPr algn="l" defTabSz="914400" rtl="0" eaLnBrk="1" latinLnBrk="0" hangingPunct="1">
        <a:lnSpc>
          <a:spcPct val="100000"/>
        </a:lnSpc>
        <a:spcBef>
          <a:spcPct val="0"/>
        </a:spcBef>
        <a:buNone/>
        <a:defRPr sz="3200" b="0" kern="1200">
          <a:solidFill>
            <a:schemeClr val="bg2"/>
          </a:solidFill>
          <a:latin typeface="Onest Medium" pitchFamily="2" charset="0"/>
          <a:ea typeface="+mj-ea"/>
          <a:cs typeface="+mj-cs"/>
        </a:defRPr>
      </a:lvl1pPr>
    </p:titleStyle>
    <p:body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5" name="Gruppieren 24">
            <a:extLst>
              <a:ext uri="{C183D7F6-B498-43B3-948B-1728B52AA6E4}">
                <adec:decorative xmlns:adec="http://schemas.microsoft.com/office/drawing/2017/decorative" val="1"/>
              </a:ext>
            </a:extLst>
          </p:cNvPr>
          <p:cNvGrpSpPr/>
          <p:nvPr userDrawn="1"/>
        </p:nvGrpSpPr>
        <p:grpSpPr bwMode="gray">
          <a:xfrm>
            <a:off x="-168688" y="620688"/>
            <a:ext cx="72000" cy="5616624"/>
            <a:chOff x="-456728" y="620688"/>
            <a:chExt cx="216000" cy="5616624"/>
          </a:xfrm>
        </p:grpSpPr>
        <p:cxnSp>
          <p:nvCxnSpPr>
            <p:cNvPr id="23" name="Gerader Verbinder 22"/>
            <p:cNvCxnSpPr/>
            <p:nvPr userDrawn="1"/>
          </p:nvCxnSpPr>
          <p:spPr bwMode="gray">
            <a:xfrm>
              <a:off x="-456728" y="620688"/>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237312"/>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A80C130E-FFAB-1C25-18E3-9DA5F46EA753}"/>
                </a:ext>
              </a:extLst>
            </p:cNvPr>
            <p:cNvCxnSpPr/>
            <p:nvPr userDrawn="1"/>
          </p:nvCxnSpPr>
          <p:spPr bwMode="gray">
            <a:xfrm>
              <a:off x="-456728" y="1772816"/>
              <a:ext cx="2160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 name="Fußzeilenplatzhalter 4">
            <a:extLst>
              <a:ext uri="{C183D7F6-B498-43B3-948B-1728B52AA6E4}">
                <adec:decorative xmlns:adec="http://schemas.microsoft.com/office/drawing/2017/decorative" val="1"/>
              </a:ext>
            </a:extLst>
          </p:cNvPr>
          <p:cNvSpPr>
            <a:spLocks noGrp="1"/>
          </p:cNvSpPr>
          <p:nvPr>
            <p:ph type="ftr" sz="quarter" idx="3"/>
          </p:nvPr>
        </p:nvSpPr>
        <p:spPr bwMode="gray">
          <a:xfrm>
            <a:off x="623872" y="6525360"/>
            <a:ext cx="5184000" cy="144000"/>
          </a:xfrm>
          <a:prstGeom prst="rect">
            <a:avLst/>
          </a:prstGeom>
        </p:spPr>
        <p:txBody>
          <a:bodyPr vert="horz" lIns="0" tIns="0" rIns="0" bIns="0" rtlCol="0" anchor="ctr">
            <a:noAutofit/>
          </a:bodyPr>
          <a:lstStyle>
            <a:lvl1pPr algn="l">
              <a:defRPr sz="700">
                <a:solidFill>
                  <a:srgbClr val="8F8F8B"/>
                </a:solidFill>
              </a:defRPr>
            </a:lvl1pPr>
          </a:lstStyle>
          <a:p>
            <a:r>
              <a:rPr lang="en-GB"/>
              <a:t>CONFIDENTIAL – SHARED UNDER NDA. DO NOT FORWARD.</a:t>
            </a:r>
          </a:p>
        </p:txBody>
      </p:sp>
      <p:sp>
        <p:nvSpPr>
          <p:cNvPr id="6" name="Foliennummernplatzhalter 5"/>
          <p:cNvSpPr>
            <a:spLocks noGrp="1"/>
          </p:cNvSpPr>
          <p:nvPr>
            <p:ph type="sldNum" sz="quarter" idx="4"/>
          </p:nvPr>
        </p:nvSpPr>
        <p:spPr bwMode="gray">
          <a:xfrm>
            <a:off x="11208112" y="6525360"/>
            <a:ext cx="360000" cy="144000"/>
          </a:xfrm>
          <a:prstGeom prst="rect">
            <a:avLst/>
          </a:prstGeom>
        </p:spPr>
        <p:txBody>
          <a:bodyPr vert="horz" lIns="0" tIns="0" rIns="0" bIns="0" rtlCol="0" anchor="ctr">
            <a:noAutofit/>
          </a:bodyPr>
          <a:lstStyle>
            <a:lvl1pPr algn="r">
              <a:defRPr sz="700">
                <a:solidFill>
                  <a:srgbClr val="8F8F8B"/>
                </a:solidFill>
                <a:latin typeface="+mj-lt"/>
              </a:defRPr>
            </a:lvl1pPr>
          </a:lstStyle>
          <a:p>
            <a:fld id="{8FF9B0DE-3FEB-4AA0-B465-B80EF7C1333D}" type="slidenum">
              <a:rPr lang="en-GB" smtClean="0"/>
              <a:pPr/>
              <a:t>‹#›</a:t>
            </a:fld>
            <a:endParaRPr lang="en-GB"/>
          </a:p>
        </p:txBody>
      </p:sp>
      <p:sp>
        <p:nvSpPr>
          <p:cNvPr id="2" name="Titelplatzhalter 1"/>
          <p:cNvSpPr>
            <a:spLocks noGrp="1"/>
          </p:cNvSpPr>
          <p:nvPr>
            <p:ph type="title"/>
          </p:nvPr>
        </p:nvSpPr>
        <p:spPr bwMode="gray">
          <a:xfrm>
            <a:off x="623888" y="620687"/>
            <a:ext cx="10944224" cy="504000"/>
          </a:xfrm>
          <a:prstGeom prst="rect">
            <a:avLst/>
          </a:prstGeom>
        </p:spPr>
        <p:txBody>
          <a:bodyPr vert="horz" lIns="0" tIns="0" rIns="0" bIns="0" rtlCol="0" anchor="t">
            <a:noAutofit/>
          </a:bodyPr>
          <a:lstStyle/>
          <a:p>
            <a:r>
              <a:rPr lang="en-GB"/>
              <a:t>Master title format</a:t>
            </a:r>
          </a:p>
        </p:txBody>
      </p:sp>
      <p:sp>
        <p:nvSpPr>
          <p:cNvPr id="3" name="Textplatzhalter 2"/>
          <p:cNvSpPr>
            <a:spLocks noGrp="1"/>
          </p:cNvSpPr>
          <p:nvPr>
            <p:ph type="body" idx="1"/>
          </p:nvPr>
        </p:nvSpPr>
        <p:spPr bwMode="black">
          <a:xfrm>
            <a:off x="623888" y="1773239"/>
            <a:ext cx="10944225" cy="4464050"/>
          </a:xfrm>
          <a:prstGeom prst="rect">
            <a:avLst/>
          </a:prstGeom>
        </p:spPr>
        <p:txBody>
          <a:bodyPr vert="horz" lIns="0" tIns="0" rIns="0" bIns="0" rtlCol="0">
            <a:noAutofit/>
          </a:bodyPr>
          <a:lstStyle/>
          <a:p>
            <a:pPr lvl="0"/>
            <a:r>
              <a:rPr lang="en-GB"/>
              <a:t>First list level: Large body text in 14 pt (Please use the "Increase/Decrease List Level" buttons on the “Home" tab to switch between the predefined text formats such as subheading, bullet points and small font size in 10 pt.) </a:t>
            </a:r>
          </a:p>
          <a:p>
            <a:pPr lvl="1"/>
            <a:r>
              <a:rPr lang="en-GB"/>
              <a:t>2nd level, subheading in 18 pt</a:t>
            </a:r>
          </a:p>
          <a:p>
            <a:pPr lvl="2"/>
            <a:r>
              <a:rPr lang="en-GB"/>
              <a:t>3rd level, 1. bullet list in 14 pt</a:t>
            </a:r>
          </a:p>
          <a:p>
            <a:pPr lvl="3"/>
            <a:r>
              <a:rPr lang="en-GB"/>
              <a:t>4th level, 2. bullet list in 14 pt</a:t>
            </a:r>
          </a:p>
          <a:p>
            <a:pPr lvl="4"/>
            <a:r>
              <a:rPr lang="en-GB"/>
              <a:t>5th level, 3. bullet list in 14 pt</a:t>
            </a:r>
          </a:p>
          <a:p>
            <a:pPr lvl="5"/>
            <a:r>
              <a:rPr lang="en-GB"/>
              <a:t>6th level, body text in 10 pt</a:t>
            </a:r>
          </a:p>
          <a:p>
            <a:pPr lvl="6"/>
            <a:r>
              <a:rPr lang="en-GB"/>
              <a:t>7th level, subheading in 14 pt</a:t>
            </a:r>
          </a:p>
          <a:p>
            <a:pPr lvl="7"/>
            <a:r>
              <a:rPr lang="en-GB"/>
              <a:t>8th level, 1. bullet list in 10 pt</a:t>
            </a:r>
          </a:p>
          <a:p>
            <a:pPr lvl="8"/>
            <a:r>
              <a:rPr lang="en-GB"/>
              <a:t>9th level, 2. bullet list in 10 pt</a:t>
            </a:r>
          </a:p>
        </p:txBody>
      </p:sp>
      <p:grpSp>
        <p:nvGrpSpPr>
          <p:cNvPr id="19" name="Group 18">
            <a:extLst>
              <a:ext uri="{FF2B5EF4-FFF2-40B4-BE49-F238E27FC236}">
                <a16:creationId xmlns:a16="http://schemas.microsoft.com/office/drawing/2014/main" id="{60C9C158-0880-C88E-392B-303801BF3B1F}"/>
              </a:ext>
              <a:ext uri="{C183D7F6-B498-43B3-948B-1728B52AA6E4}">
                <adec:decorative xmlns:adec="http://schemas.microsoft.com/office/drawing/2017/decorative" val="1"/>
              </a:ext>
            </a:extLst>
          </p:cNvPr>
          <p:cNvGrpSpPr/>
          <p:nvPr userDrawn="1"/>
        </p:nvGrpSpPr>
        <p:grpSpPr>
          <a:xfrm>
            <a:off x="623888" y="-279400"/>
            <a:ext cx="10946176" cy="108000"/>
            <a:chOff x="623888" y="-279400"/>
            <a:chExt cx="10946176" cy="108000"/>
          </a:xfrm>
        </p:grpSpPr>
        <p:cxnSp>
          <p:nvCxnSpPr>
            <p:cNvPr id="52" name="Gerader Verbinder 51">
              <a:extLst>
                <a:ext uri="{FF2B5EF4-FFF2-40B4-BE49-F238E27FC236}">
                  <a16:creationId xmlns:a16="http://schemas.microsoft.com/office/drawing/2014/main" id="{FB3F183F-4A20-C039-6CFB-C8BE6BB2E790}"/>
                </a:ext>
              </a:extLst>
            </p:cNvPr>
            <p:cNvCxnSpPr>
              <a:cxnSpLocks/>
            </p:cNvCxnSpPr>
            <p:nvPr userDrawn="1"/>
          </p:nvCxnSpPr>
          <p:spPr bwMode="gray">
            <a:xfrm>
              <a:off x="623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Gerader Verbinder 12">
              <a:extLst>
                <a:ext uri="{FF2B5EF4-FFF2-40B4-BE49-F238E27FC236}">
                  <a16:creationId xmlns:a16="http://schemas.microsoft.com/office/drawing/2014/main" id="{7D3B68E6-D823-99B9-04BD-0843824B55E0}"/>
                </a:ext>
              </a:extLst>
            </p:cNvPr>
            <p:cNvCxnSpPr>
              <a:cxnSpLocks/>
            </p:cNvCxnSpPr>
            <p:nvPr userDrawn="1"/>
          </p:nvCxnSpPr>
          <p:spPr bwMode="gray">
            <a:xfrm>
              <a:off x="1199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Gerader Verbinder 12">
              <a:extLst>
                <a:ext uri="{FF2B5EF4-FFF2-40B4-BE49-F238E27FC236}">
                  <a16:creationId xmlns:a16="http://schemas.microsoft.com/office/drawing/2014/main" id="{21B6146C-08F9-BFA6-0BD6-E6EEFDCAA66D}"/>
                </a:ext>
              </a:extLst>
            </p:cNvPr>
            <p:cNvCxnSpPr>
              <a:cxnSpLocks/>
            </p:cNvCxnSpPr>
            <p:nvPr userDrawn="1"/>
          </p:nvCxnSpPr>
          <p:spPr bwMode="gray">
            <a:xfrm>
              <a:off x="177588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Gerader Verbinder 12">
              <a:extLst>
                <a:ext uri="{FF2B5EF4-FFF2-40B4-BE49-F238E27FC236}">
                  <a16:creationId xmlns:a16="http://schemas.microsoft.com/office/drawing/2014/main" id="{783FDB41-EBA0-848F-CA4B-559246DCCB50}"/>
                </a:ext>
              </a:extLst>
            </p:cNvPr>
            <p:cNvCxnSpPr>
              <a:cxnSpLocks/>
            </p:cNvCxnSpPr>
            <p:nvPr userDrawn="1"/>
          </p:nvCxnSpPr>
          <p:spPr bwMode="gray">
            <a:xfrm>
              <a:off x="235201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Gerader Verbinder 12">
              <a:extLst>
                <a:ext uri="{FF2B5EF4-FFF2-40B4-BE49-F238E27FC236}">
                  <a16:creationId xmlns:a16="http://schemas.microsoft.com/office/drawing/2014/main" id="{9106D7B1-DB33-3E76-F86D-AB80351B250F}"/>
                </a:ext>
              </a:extLst>
            </p:cNvPr>
            <p:cNvCxnSpPr>
              <a:cxnSpLocks/>
            </p:cNvCxnSpPr>
            <p:nvPr userDrawn="1"/>
          </p:nvCxnSpPr>
          <p:spPr bwMode="gray">
            <a:xfrm>
              <a:off x="292814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Gerader Verbinder 12">
              <a:extLst>
                <a:ext uri="{FF2B5EF4-FFF2-40B4-BE49-F238E27FC236}">
                  <a16:creationId xmlns:a16="http://schemas.microsoft.com/office/drawing/2014/main" id="{F60363AD-3A82-21AD-833C-E52EF282BC41}"/>
                </a:ext>
              </a:extLst>
            </p:cNvPr>
            <p:cNvCxnSpPr>
              <a:cxnSpLocks/>
            </p:cNvCxnSpPr>
            <p:nvPr userDrawn="1"/>
          </p:nvCxnSpPr>
          <p:spPr bwMode="gray">
            <a:xfrm>
              <a:off x="350427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Gerader Verbinder 12">
              <a:extLst>
                <a:ext uri="{FF2B5EF4-FFF2-40B4-BE49-F238E27FC236}">
                  <a16:creationId xmlns:a16="http://schemas.microsoft.com/office/drawing/2014/main" id="{13680DF0-FAFE-2093-28E7-AD4E8F55B6EB}"/>
                </a:ext>
              </a:extLst>
            </p:cNvPr>
            <p:cNvCxnSpPr>
              <a:cxnSpLocks/>
            </p:cNvCxnSpPr>
            <p:nvPr userDrawn="1"/>
          </p:nvCxnSpPr>
          <p:spPr bwMode="gray">
            <a:xfrm>
              <a:off x="408040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Gerader Verbinder 12">
              <a:extLst>
                <a:ext uri="{FF2B5EF4-FFF2-40B4-BE49-F238E27FC236}">
                  <a16:creationId xmlns:a16="http://schemas.microsoft.com/office/drawing/2014/main" id="{D2B39669-1DB7-FB69-8718-9ADC51CC91FA}"/>
                </a:ext>
              </a:extLst>
            </p:cNvPr>
            <p:cNvCxnSpPr>
              <a:cxnSpLocks/>
            </p:cNvCxnSpPr>
            <p:nvPr userDrawn="1"/>
          </p:nvCxnSpPr>
          <p:spPr bwMode="gray">
            <a:xfrm>
              <a:off x="465652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Gerader Verbinder 12">
              <a:extLst>
                <a:ext uri="{FF2B5EF4-FFF2-40B4-BE49-F238E27FC236}">
                  <a16:creationId xmlns:a16="http://schemas.microsoft.com/office/drawing/2014/main" id="{F5649386-2689-8590-7E18-09063377FA9B}"/>
                </a:ext>
              </a:extLst>
            </p:cNvPr>
            <p:cNvCxnSpPr>
              <a:cxnSpLocks/>
            </p:cNvCxnSpPr>
            <p:nvPr userDrawn="1"/>
          </p:nvCxnSpPr>
          <p:spPr bwMode="gray">
            <a:xfrm>
              <a:off x="523265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Gerader Verbinder 12">
              <a:extLst>
                <a:ext uri="{FF2B5EF4-FFF2-40B4-BE49-F238E27FC236}">
                  <a16:creationId xmlns:a16="http://schemas.microsoft.com/office/drawing/2014/main" id="{9426BA6C-1DAA-DD25-1C50-4D2B214B064E}"/>
                </a:ext>
              </a:extLst>
            </p:cNvPr>
            <p:cNvCxnSpPr>
              <a:cxnSpLocks/>
            </p:cNvCxnSpPr>
            <p:nvPr userDrawn="1"/>
          </p:nvCxnSpPr>
          <p:spPr bwMode="gray">
            <a:xfrm>
              <a:off x="580878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Gerader Verbinder 12">
              <a:extLst>
                <a:ext uri="{FF2B5EF4-FFF2-40B4-BE49-F238E27FC236}">
                  <a16:creationId xmlns:a16="http://schemas.microsoft.com/office/drawing/2014/main" id="{271183F4-1370-4769-AD4A-67AB7669FC4A}"/>
                </a:ext>
              </a:extLst>
            </p:cNvPr>
            <p:cNvCxnSpPr>
              <a:cxnSpLocks/>
            </p:cNvCxnSpPr>
            <p:nvPr userDrawn="1"/>
          </p:nvCxnSpPr>
          <p:spPr bwMode="gray">
            <a:xfrm>
              <a:off x="638491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3" name="Gerader Verbinder 12">
              <a:extLst>
                <a:ext uri="{FF2B5EF4-FFF2-40B4-BE49-F238E27FC236}">
                  <a16:creationId xmlns:a16="http://schemas.microsoft.com/office/drawing/2014/main" id="{C008B0B3-1207-E40A-542B-B9B9DFBC78CF}"/>
                </a:ext>
              </a:extLst>
            </p:cNvPr>
            <p:cNvCxnSpPr>
              <a:cxnSpLocks/>
            </p:cNvCxnSpPr>
            <p:nvPr userDrawn="1"/>
          </p:nvCxnSpPr>
          <p:spPr bwMode="gray">
            <a:xfrm>
              <a:off x="696104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Gerader Verbinder 12">
              <a:extLst>
                <a:ext uri="{FF2B5EF4-FFF2-40B4-BE49-F238E27FC236}">
                  <a16:creationId xmlns:a16="http://schemas.microsoft.com/office/drawing/2014/main" id="{A505D355-BA84-FEA9-8B2D-4A52E4E75B4E}"/>
                </a:ext>
              </a:extLst>
            </p:cNvPr>
            <p:cNvCxnSpPr>
              <a:cxnSpLocks/>
            </p:cNvCxnSpPr>
            <p:nvPr userDrawn="1"/>
          </p:nvCxnSpPr>
          <p:spPr bwMode="gray">
            <a:xfrm>
              <a:off x="753716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5" name="Gerader Verbinder 12">
              <a:extLst>
                <a:ext uri="{FF2B5EF4-FFF2-40B4-BE49-F238E27FC236}">
                  <a16:creationId xmlns:a16="http://schemas.microsoft.com/office/drawing/2014/main" id="{C0167BC6-BF16-9AC7-7AB4-9D5DE127D4B5}"/>
                </a:ext>
              </a:extLst>
            </p:cNvPr>
            <p:cNvCxnSpPr>
              <a:cxnSpLocks/>
            </p:cNvCxnSpPr>
            <p:nvPr userDrawn="1"/>
          </p:nvCxnSpPr>
          <p:spPr bwMode="gray">
            <a:xfrm>
              <a:off x="811329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6" name="Gerader Verbinder 12">
              <a:extLst>
                <a:ext uri="{FF2B5EF4-FFF2-40B4-BE49-F238E27FC236}">
                  <a16:creationId xmlns:a16="http://schemas.microsoft.com/office/drawing/2014/main" id="{19241246-778C-7089-4EF1-64E728B2E25F}"/>
                </a:ext>
              </a:extLst>
            </p:cNvPr>
            <p:cNvCxnSpPr>
              <a:cxnSpLocks/>
            </p:cNvCxnSpPr>
            <p:nvPr userDrawn="1"/>
          </p:nvCxnSpPr>
          <p:spPr bwMode="gray">
            <a:xfrm>
              <a:off x="868942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Gerader Verbinder 12">
              <a:extLst>
                <a:ext uri="{FF2B5EF4-FFF2-40B4-BE49-F238E27FC236}">
                  <a16:creationId xmlns:a16="http://schemas.microsoft.com/office/drawing/2014/main" id="{A090D565-38F2-39B7-2B28-735F75E22300}"/>
                </a:ext>
              </a:extLst>
            </p:cNvPr>
            <p:cNvCxnSpPr>
              <a:cxnSpLocks/>
            </p:cNvCxnSpPr>
            <p:nvPr userDrawn="1"/>
          </p:nvCxnSpPr>
          <p:spPr bwMode="gray">
            <a:xfrm>
              <a:off x="9265552"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Gerader Verbinder 12">
              <a:extLst>
                <a:ext uri="{FF2B5EF4-FFF2-40B4-BE49-F238E27FC236}">
                  <a16:creationId xmlns:a16="http://schemas.microsoft.com/office/drawing/2014/main" id="{98D7EFC9-C38C-3024-FDF1-90F4FB8C9245}"/>
                </a:ext>
              </a:extLst>
            </p:cNvPr>
            <p:cNvCxnSpPr>
              <a:cxnSpLocks/>
            </p:cNvCxnSpPr>
            <p:nvPr userDrawn="1"/>
          </p:nvCxnSpPr>
          <p:spPr bwMode="gray">
            <a:xfrm>
              <a:off x="9841680"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9" name="Gerader Verbinder 12">
              <a:extLst>
                <a:ext uri="{FF2B5EF4-FFF2-40B4-BE49-F238E27FC236}">
                  <a16:creationId xmlns:a16="http://schemas.microsoft.com/office/drawing/2014/main" id="{E89575A4-E067-8D9D-C4DD-13F848922470}"/>
                </a:ext>
              </a:extLst>
            </p:cNvPr>
            <p:cNvCxnSpPr>
              <a:cxnSpLocks/>
            </p:cNvCxnSpPr>
            <p:nvPr userDrawn="1"/>
          </p:nvCxnSpPr>
          <p:spPr bwMode="gray">
            <a:xfrm>
              <a:off x="10417808"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0" name="Gerader Verbinder 12">
              <a:extLst>
                <a:ext uri="{FF2B5EF4-FFF2-40B4-BE49-F238E27FC236}">
                  <a16:creationId xmlns:a16="http://schemas.microsoft.com/office/drawing/2014/main" id="{9A690B72-D042-5FB5-9512-D39A15A35AC8}"/>
                </a:ext>
              </a:extLst>
            </p:cNvPr>
            <p:cNvCxnSpPr>
              <a:cxnSpLocks/>
            </p:cNvCxnSpPr>
            <p:nvPr userDrawn="1"/>
          </p:nvCxnSpPr>
          <p:spPr bwMode="gray">
            <a:xfrm>
              <a:off x="10993936"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1" name="Gerader Verbinder 12">
              <a:extLst>
                <a:ext uri="{FF2B5EF4-FFF2-40B4-BE49-F238E27FC236}">
                  <a16:creationId xmlns:a16="http://schemas.microsoft.com/office/drawing/2014/main" id="{8C780BB7-0447-94C0-2DB4-1D1542BE7199}"/>
                </a:ext>
              </a:extLst>
            </p:cNvPr>
            <p:cNvCxnSpPr>
              <a:cxnSpLocks/>
            </p:cNvCxnSpPr>
            <p:nvPr userDrawn="1"/>
          </p:nvCxnSpPr>
          <p:spPr bwMode="gray">
            <a:xfrm>
              <a:off x="11570064" y="-279400"/>
              <a:ext cx="0" cy="108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118D6E-C050-4018-B59E-4C9A1A9EEB9E}"/>
                </a:ext>
              </a:extLst>
            </p:cNvPr>
            <p:cNvCxnSpPr/>
            <p:nvPr userDrawn="1"/>
          </p:nvCxnSpPr>
          <p:spPr bwMode="gray">
            <a:xfrm>
              <a:off x="623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D4DA8B5-5EED-4441-E2FB-16E4777E3D14}"/>
                </a:ext>
              </a:extLst>
            </p:cNvPr>
            <p:cNvCxnSpPr/>
            <p:nvPr userDrawn="1"/>
          </p:nvCxnSpPr>
          <p:spPr bwMode="gray">
            <a:xfrm>
              <a:off x="177588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7FA00BD-385B-2681-21A7-C6EE95FCAF0E}"/>
                </a:ext>
              </a:extLst>
            </p:cNvPr>
            <p:cNvCxnSpPr/>
            <p:nvPr userDrawn="1"/>
          </p:nvCxnSpPr>
          <p:spPr bwMode="gray">
            <a:xfrm>
              <a:off x="292814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BBB6208-E614-A138-0616-30E074C37515}"/>
                </a:ext>
              </a:extLst>
            </p:cNvPr>
            <p:cNvCxnSpPr/>
            <p:nvPr userDrawn="1"/>
          </p:nvCxnSpPr>
          <p:spPr bwMode="gray">
            <a:xfrm>
              <a:off x="408040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8834F7-76D4-750A-3CA2-EFA46107D343}"/>
                </a:ext>
              </a:extLst>
            </p:cNvPr>
            <p:cNvCxnSpPr/>
            <p:nvPr userDrawn="1"/>
          </p:nvCxnSpPr>
          <p:spPr bwMode="gray">
            <a:xfrm>
              <a:off x="523265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A74E96-CB47-B6B0-B61F-39F69B54942B}"/>
                </a:ext>
              </a:extLst>
            </p:cNvPr>
            <p:cNvCxnSpPr/>
            <p:nvPr userDrawn="1"/>
          </p:nvCxnSpPr>
          <p:spPr bwMode="gray">
            <a:xfrm>
              <a:off x="6384912"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B7129F-24F4-5E06-E53E-6AFE0F8347A5}"/>
                </a:ext>
              </a:extLst>
            </p:cNvPr>
            <p:cNvCxnSpPr/>
            <p:nvPr userDrawn="1"/>
          </p:nvCxnSpPr>
          <p:spPr bwMode="gray">
            <a:xfrm>
              <a:off x="7537168"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7A5D3E-CA5C-B513-51E8-933FDFFEECB2}"/>
                </a:ext>
              </a:extLst>
            </p:cNvPr>
            <p:cNvCxnSpPr/>
            <p:nvPr userDrawn="1"/>
          </p:nvCxnSpPr>
          <p:spPr bwMode="gray">
            <a:xfrm>
              <a:off x="8689424"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B2A69B-253D-1536-1F92-D4C6833FDCE2}"/>
                </a:ext>
              </a:extLst>
            </p:cNvPr>
            <p:cNvCxnSpPr/>
            <p:nvPr userDrawn="1"/>
          </p:nvCxnSpPr>
          <p:spPr bwMode="gray">
            <a:xfrm>
              <a:off x="9841680"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DD3B66-EB3B-2C1E-08A1-000B49FD1F34}"/>
                </a:ext>
              </a:extLst>
            </p:cNvPr>
            <p:cNvCxnSpPr/>
            <p:nvPr userDrawn="1"/>
          </p:nvCxnSpPr>
          <p:spPr bwMode="gray">
            <a:xfrm>
              <a:off x="10993936" y="-221540"/>
              <a:ext cx="5760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3783742F-459B-4ECC-9A88-26A1379C472D}"/>
              </a:ext>
              <a:ext uri="{C183D7F6-B498-43B3-948B-1728B52AA6E4}">
                <adec:decorative xmlns:adec="http://schemas.microsoft.com/office/drawing/2017/decorative" val="1"/>
              </a:ext>
            </a:extLst>
          </p:cNvPr>
          <p:cNvSpPr txBox="1"/>
          <p:nvPr userDrawn="1"/>
        </p:nvSpPr>
        <p:spPr bwMode="gray">
          <a:xfrm>
            <a:off x="8689424" y="6525360"/>
            <a:ext cx="2302928" cy="144000"/>
          </a:xfrm>
          <a:prstGeom prst="rect">
            <a:avLst/>
          </a:prstGeom>
          <a:noFill/>
        </p:spPr>
        <p:txBody>
          <a:bodyPr wrap="square" lIns="0" tIns="0" rIns="0" bIns="0" rtlCol="0" anchor="ctr">
            <a:noAutofit/>
          </a:bodyPr>
          <a:lstStyle/>
          <a:p>
            <a:pPr algn="r">
              <a:spcBef>
                <a:spcPts val="200"/>
              </a:spcBef>
              <a:spcAft>
                <a:spcPts val="200"/>
              </a:spcAft>
            </a:pPr>
            <a:r>
              <a:rPr lang="en-GB" sz="700">
                <a:solidFill>
                  <a:srgbClr val="8F8F8B"/>
                </a:solidFill>
                <a:latin typeface="Onest" pitchFamily="2" charset="0"/>
              </a:rPr>
              <a:t>© </a:t>
            </a:r>
            <a:fld id="{F840E9BB-576D-451A-8E58-7560756B2087}" type="datetimeyyyy">
              <a:rPr lang="en-GB" sz="700" smtClean="0">
                <a:solidFill>
                  <a:srgbClr val="8F8F8B"/>
                </a:solidFill>
                <a:latin typeface="Onest" pitchFamily="2" charset="0"/>
              </a:rPr>
              <a:t>2026</a:t>
            </a:fld>
            <a:r>
              <a:rPr lang="en-GB" sz="700">
                <a:solidFill>
                  <a:srgbClr val="8F8F8B"/>
                </a:solidFill>
                <a:latin typeface="Onest" pitchFamily="2" charset="0"/>
              </a:rPr>
              <a:t> </a:t>
            </a:r>
            <a:r>
              <a:rPr lang="en-US" sz="700">
                <a:solidFill>
                  <a:srgbClr val="8F8F8B"/>
                </a:solidFill>
                <a:latin typeface="Onest" pitchFamily="2" charset="0"/>
              </a:rPr>
              <a:t>BlackBerry Limited. All rights reserved.</a:t>
            </a:r>
            <a:endParaRPr lang="en-GB" sz="700">
              <a:solidFill>
                <a:srgbClr val="8F8F8B"/>
              </a:solidFill>
              <a:latin typeface="Onest" pitchFamily="2" charset="0"/>
            </a:endParaRPr>
          </a:p>
        </p:txBody>
      </p:sp>
      <p:pic>
        <p:nvPicPr>
          <p:cNvPr id="4" name="Logo">
            <a:extLst>
              <a:ext uri="{FF2B5EF4-FFF2-40B4-BE49-F238E27FC236}">
                <a16:creationId xmlns:a16="http://schemas.microsoft.com/office/drawing/2014/main" id="{7FE5AECB-59B3-7CC7-86CF-79C41D7600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bwMode="invGray">
          <a:xfrm>
            <a:off x="11060443" y="239793"/>
            <a:ext cx="507653" cy="176065"/>
          </a:xfrm>
          <a:prstGeom prst="rect">
            <a:avLst/>
          </a:prstGeom>
        </p:spPr>
      </p:pic>
    </p:spTree>
    <p:extLst>
      <p:ext uri="{BB962C8B-B14F-4D97-AF65-F5344CB8AC3E}">
        <p14:creationId xmlns:p14="http://schemas.microsoft.com/office/powerpoint/2010/main" val="3337037711"/>
      </p:ext>
    </p:extLst>
  </p:cSld>
  <p:clrMap bg1="lt1" tx1="dk1" bg2="lt2" tx2="dk2" accent1="accent1" accent2="accent2" accent3="accent3" accent4="accent4" accent5="accent5" accent6="accent6" hlink="hlink" folHlink="folHlink"/>
  <p:sldLayoutIdLst>
    <p:sldLayoutId id="2147483676" r:id="rId1"/>
    <p:sldLayoutId id="2147483697" r:id="rId2"/>
    <p:sldLayoutId id="2147483699" r:id="rId3"/>
    <p:sldLayoutId id="2147483695" r:id="rId4"/>
    <p:sldLayoutId id="2147483679" r:id="rId5"/>
    <p:sldLayoutId id="2147483700"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Lst>
  <p:hf sldNum="0" hdr="0"/>
  <p:txStyles>
    <p:titleStyle>
      <a:lvl1pPr algn="l" defTabSz="914400" rtl="0" eaLnBrk="1" latinLnBrk="0" hangingPunct="1">
        <a:lnSpc>
          <a:spcPct val="100000"/>
        </a:lnSpc>
        <a:spcBef>
          <a:spcPct val="0"/>
        </a:spcBef>
        <a:buNone/>
        <a:defRPr sz="3200" b="0" kern="1200">
          <a:solidFill>
            <a:schemeClr val="bg2"/>
          </a:solidFill>
          <a:latin typeface="Onest Medium" pitchFamily="2" charset="0"/>
          <a:ea typeface="+mj-ea"/>
          <a:cs typeface="+mj-cs"/>
        </a:defRPr>
      </a:lvl1pPr>
    </p:titleStyle>
    <p:body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FE41-95C8-9393-215B-62CED7575E7A}"/>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0D8043A1-310A-B52C-CD92-D9214849F47F}"/>
              </a:ext>
            </a:extLst>
          </p:cNvPr>
          <p:cNvSpPr/>
          <p:nvPr/>
        </p:nvSpPr>
        <p:spPr bwMode="gray">
          <a:xfrm>
            <a:off x="0" y="1809995"/>
            <a:ext cx="12192000" cy="4180114"/>
          </a:xfrm>
          <a:prstGeom prst="rect">
            <a:avLst/>
          </a:prstGeom>
          <a:solidFill>
            <a:schemeClr val="bg1"/>
          </a:solidFill>
          <a:ln w="6350">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pic>
        <p:nvPicPr>
          <p:cNvPr id="11" name="Picture 10">
            <a:extLst>
              <a:ext uri="{FF2B5EF4-FFF2-40B4-BE49-F238E27FC236}">
                <a16:creationId xmlns:a16="http://schemas.microsoft.com/office/drawing/2014/main" id="{F10DD886-F601-E5AB-B640-67558F808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09996"/>
            <a:ext cx="12192000" cy="4180114"/>
          </a:xfrm>
          <a:prstGeom prst="rect">
            <a:avLst/>
          </a:prstGeom>
          <a:noFill/>
          <a:ln>
            <a:solidFill>
              <a:schemeClr val="tx1">
                <a:lumMod val="25000"/>
                <a:lumOff val="75000"/>
              </a:schemeClr>
            </a:solidFill>
          </a:ln>
        </p:spPr>
      </p:pic>
      <p:sp>
        <p:nvSpPr>
          <p:cNvPr id="12" name="Rectangle 11">
            <a:extLst>
              <a:ext uri="{FF2B5EF4-FFF2-40B4-BE49-F238E27FC236}">
                <a16:creationId xmlns:a16="http://schemas.microsoft.com/office/drawing/2014/main" id="{4D897E70-238A-7AA1-08EB-7B0565F45D6F}"/>
              </a:ext>
            </a:extLst>
          </p:cNvPr>
          <p:cNvSpPr/>
          <p:nvPr/>
        </p:nvSpPr>
        <p:spPr bwMode="gray">
          <a:xfrm>
            <a:off x="6275438" y="2031703"/>
            <a:ext cx="5881901" cy="3519696"/>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p>
        </p:txBody>
      </p:sp>
      <p:pic>
        <p:nvPicPr>
          <p:cNvPr id="15" name="Picture 14">
            <a:extLst>
              <a:ext uri="{FF2B5EF4-FFF2-40B4-BE49-F238E27FC236}">
                <a16:creationId xmlns:a16="http://schemas.microsoft.com/office/drawing/2014/main" id="{E7DA226C-3081-BABB-ACE7-6B5B5BC780E8}"/>
              </a:ext>
            </a:extLst>
          </p:cNvPr>
          <p:cNvPicPr>
            <a:picLocks noChangeAspect="1"/>
          </p:cNvPicPr>
          <p:nvPr/>
        </p:nvPicPr>
        <p:blipFill>
          <a:blip r:embed="rId4"/>
          <a:stretch>
            <a:fillRect/>
          </a:stretch>
        </p:blipFill>
        <p:spPr>
          <a:xfrm>
            <a:off x="213604" y="144297"/>
            <a:ext cx="1962424" cy="1009791"/>
          </a:xfrm>
          <a:prstGeom prst="rect">
            <a:avLst/>
          </a:prstGeom>
        </p:spPr>
      </p:pic>
      <p:pic>
        <p:nvPicPr>
          <p:cNvPr id="19" name="Picture 18">
            <a:extLst>
              <a:ext uri="{FF2B5EF4-FFF2-40B4-BE49-F238E27FC236}">
                <a16:creationId xmlns:a16="http://schemas.microsoft.com/office/drawing/2014/main" id="{BE57C31F-DE7B-C14D-E209-79C203CA9A58}"/>
              </a:ext>
            </a:extLst>
          </p:cNvPr>
          <p:cNvPicPr>
            <a:picLocks noChangeAspect="1"/>
          </p:cNvPicPr>
          <p:nvPr/>
        </p:nvPicPr>
        <p:blipFill>
          <a:blip r:embed="rId5"/>
          <a:stretch>
            <a:fillRect/>
          </a:stretch>
        </p:blipFill>
        <p:spPr>
          <a:xfrm>
            <a:off x="2445241" y="283687"/>
            <a:ext cx="1586287" cy="749301"/>
          </a:xfrm>
          <a:prstGeom prst="rect">
            <a:avLst/>
          </a:prstGeom>
        </p:spPr>
      </p:pic>
      <p:sp>
        <p:nvSpPr>
          <p:cNvPr id="23" name="TextBox 22">
            <a:extLst>
              <a:ext uri="{FF2B5EF4-FFF2-40B4-BE49-F238E27FC236}">
                <a16:creationId xmlns:a16="http://schemas.microsoft.com/office/drawing/2014/main" id="{A1F73912-A256-34F3-2422-74176D921AD3}"/>
              </a:ext>
            </a:extLst>
          </p:cNvPr>
          <p:cNvSpPr txBox="1"/>
          <p:nvPr/>
        </p:nvSpPr>
        <p:spPr bwMode="gray">
          <a:xfrm>
            <a:off x="6685539" y="1897869"/>
            <a:ext cx="5350764" cy="554568"/>
          </a:xfrm>
          <a:prstGeom prst="rect">
            <a:avLst/>
          </a:prstGeom>
          <a:noFill/>
        </p:spPr>
        <p:txBody>
          <a:bodyPr wrap="none" lIns="0" tIns="0" rIns="0" bIns="0" rtlCol="0" anchor="t">
            <a:noAutofit/>
          </a:bodyPr>
          <a:lstStyle/>
          <a:p>
            <a:pPr algn="l">
              <a:lnSpc>
                <a:spcPct val="100000"/>
              </a:lnSpc>
              <a:spcBef>
                <a:spcPts val="0"/>
              </a:spcBef>
              <a:spcAft>
                <a:spcPts val="0"/>
              </a:spcAft>
            </a:pPr>
            <a:r>
              <a:rPr lang="en-US" sz="4000" b="1" dirty="0">
                <a:solidFill>
                  <a:srgbClr val="EF4C37"/>
                </a:solidFill>
              </a:rPr>
              <a:t>State Level Hackathon</a:t>
            </a:r>
          </a:p>
        </p:txBody>
      </p:sp>
      <p:sp>
        <p:nvSpPr>
          <p:cNvPr id="24" name="Titel 1">
            <a:extLst>
              <a:ext uri="{FF2B5EF4-FFF2-40B4-BE49-F238E27FC236}">
                <a16:creationId xmlns:a16="http://schemas.microsoft.com/office/drawing/2014/main" id="{BD3C3E54-E206-5388-F17E-C82C4A47C670}"/>
              </a:ext>
            </a:extLst>
          </p:cNvPr>
          <p:cNvSpPr>
            <a:spLocks noGrp="1"/>
          </p:cNvSpPr>
          <p:nvPr>
            <p:ph type="ctrTitle"/>
          </p:nvPr>
        </p:nvSpPr>
        <p:spPr bwMode="gray">
          <a:xfrm>
            <a:off x="6336809" y="2658332"/>
            <a:ext cx="5350764" cy="666215"/>
          </a:xfrm>
        </p:spPr>
        <p:txBody>
          <a:bodyPr/>
          <a:lstStyle/>
          <a:p>
            <a:pPr algn="ctr"/>
            <a:r>
              <a:rPr lang="en-GB" sz="3600" b="1" dirty="0">
                <a:latin typeface="Times New Roman" panose="02020603050405020304" pitchFamily="18" charset="0"/>
                <a:cs typeface="Times New Roman" panose="02020603050405020304" pitchFamily="18" charset="0"/>
              </a:rPr>
              <a:t>Advanced ADAS Sensor Fusion Controller</a:t>
            </a:r>
          </a:p>
        </p:txBody>
      </p:sp>
      <p:sp>
        <p:nvSpPr>
          <p:cNvPr id="27" name="Text Placeholder 15">
            <a:extLst>
              <a:ext uri="{FF2B5EF4-FFF2-40B4-BE49-F238E27FC236}">
                <a16:creationId xmlns:a16="http://schemas.microsoft.com/office/drawing/2014/main" id="{D836B543-A2E3-B741-8520-921FAE3E1D18}"/>
              </a:ext>
            </a:extLst>
          </p:cNvPr>
          <p:cNvSpPr txBox="1">
            <a:spLocks/>
          </p:cNvSpPr>
          <p:nvPr/>
        </p:nvSpPr>
        <p:spPr>
          <a:xfrm>
            <a:off x="7344583" y="4531736"/>
            <a:ext cx="3953607" cy="483179"/>
          </a:xfrm>
          <a:prstGeom prst="rect">
            <a:avLst/>
          </a:prstGeom>
        </p:spPr>
        <p:txBody>
          <a:bodyPr/>
          <a:lstStyle>
            <a:lvl1pPr marL="0" indent="0" algn="l" defTabSz="914400" rtl="0" eaLnBrk="1" latinLnBrk="0" hangingPunct="1">
              <a:lnSpc>
                <a:spcPct val="120000"/>
              </a:lnSpc>
              <a:spcBef>
                <a:spcPts val="200"/>
              </a:spcBef>
              <a:spcAft>
                <a:spcPts val="2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20000"/>
              </a:lnSpc>
              <a:spcBef>
                <a:spcPts val="1500"/>
              </a:spcBef>
              <a:spcAft>
                <a:spcPts val="200"/>
              </a:spcAft>
              <a:buFont typeface="Arial" panose="020B0604020202020204" pitchFamily="34" charset="0"/>
              <a:buNone/>
              <a:defRPr sz="1800" kern="1200">
                <a:solidFill>
                  <a:schemeClr val="tx1"/>
                </a:solidFill>
                <a:latin typeface="+mj-lt"/>
                <a:ea typeface="+mn-ea"/>
                <a:cs typeface="+mn-cs"/>
              </a:defRPr>
            </a:lvl2pPr>
            <a:lvl3pPr marL="180000" indent="-180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400" kern="1200">
                <a:solidFill>
                  <a:schemeClr val="tx1"/>
                </a:solidFill>
                <a:latin typeface="+mn-lt"/>
                <a:ea typeface="+mn-ea"/>
                <a:cs typeface="+mn-cs"/>
              </a:defRPr>
            </a:lvl3pPr>
            <a:lvl4pPr marL="360000" indent="-180000" algn="l" defTabSz="914400" rtl="0" eaLnBrk="1" latinLnBrk="0" hangingPunct="1">
              <a:lnSpc>
                <a:spcPct val="120000"/>
              </a:lnSpc>
              <a:spcBef>
                <a:spcPts val="200"/>
              </a:spcBef>
              <a:spcAft>
                <a:spcPts val="200"/>
              </a:spcAft>
              <a:buFont typeface="Onest" pitchFamily="2" charset="0"/>
              <a:buChar char="–"/>
              <a:defRPr sz="1400" kern="1200">
                <a:solidFill>
                  <a:schemeClr val="tx1"/>
                </a:solidFill>
                <a:latin typeface="+mn-lt"/>
                <a:ea typeface="+mn-ea"/>
                <a:cs typeface="+mn-cs"/>
              </a:defRPr>
            </a:lvl4pPr>
            <a:lvl5pPr marL="540000" indent="-180000" algn="l" defTabSz="914400" rtl="0" eaLnBrk="1" latinLnBrk="0" hangingPunct="1">
              <a:lnSpc>
                <a:spcPct val="120000"/>
              </a:lnSpc>
              <a:spcBef>
                <a:spcPts val="200"/>
              </a:spcBef>
              <a:spcAft>
                <a:spcPts val="2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200"/>
              </a:spcBef>
              <a:spcAft>
                <a:spcPts val="200"/>
              </a:spcAft>
              <a:buFont typeface="Symbol" panose="05050102010706020507" pitchFamily="18" charset="2"/>
              <a:buNone/>
              <a:defRPr sz="1000" kern="1200">
                <a:solidFill>
                  <a:schemeClr val="tx1"/>
                </a:solidFill>
                <a:latin typeface="+mn-lt"/>
                <a:ea typeface="+mn-ea"/>
                <a:cs typeface="+mn-cs"/>
              </a:defRPr>
            </a:lvl6pPr>
            <a:lvl7pPr marL="0" indent="0" algn="l" defTabSz="914400" rtl="0" eaLnBrk="1" latinLnBrk="0" hangingPunct="1">
              <a:lnSpc>
                <a:spcPct val="120000"/>
              </a:lnSpc>
              <a:spcBef>
                <a:spcPts val="1200"/>
              </a:spcBef>
              <a:spcAft>
                <a:spcPts val="200"/>
              </a:spcAft>
              <a:buClr>
                <a:schemeClr val="bg2"/>
              </a:buClr>
              <a:buFont typeface="Wingdings" panose="05000000000000000000" pitchFamily="2" charset="2"/>
              <a:buNone/>
              <a:defRPr sz="1400" kern="1200">
                <a:solidFill>
                  <a:schemeClr val="tx1"/>
                </a:solidFill>
                <a:latin typeface="+mj-lt"/>
                <a:ea typeface="+mn-ea"/>
                <a:cs typeface="+mn-cs"/>
              </a:defRPr>
            </a:lvl7pPr>
            <a:lvl8pPr marL="108000" indent="-108000" algn="l" defTabSz="914400" rtl="0" eaLnBrk="1" latinLnBrk="0" hangingPunct="1">
              <a:lnSpc>
                <a:spcPct val="120000"/>
              </a:lnSpc>
              <a:spcBef>
                <a:spcPts val="200"/>
              </a:spcBef>
              <a:spcAft>
                <a:spcPts val="200"/>
              </a:spcAft>
              <a:buClr>
                <a:schemeClr val="bg2"/>
              </a:buClr>
              <a:buFont typeface="Wingdings" panose="05000000000000000000" pitchFamily="2" charset="2"/>
              <a:buChar char="§"/>
              <a:defRPr sz="1000" kern="1200">
                <a:solidFill>
                  <a:schemeClr val="tx1"/>
                </a:solidFill>
                <a:latin typeface="+mn-lt"/>
                <a:ea typeface="+mn-ea"/>
                <a:cs typeface="+mn-cs"/>
              </a:defRPr>
            </a:lvl8pPr>
            <a:lvl9pPr marL="216000" indent="-108000" algn="l" defTabSz="914400" rtl="0" eaLnBrk="1" latinLnBrk="0" hangingPunct="1">
              <a:lnSpc>
                <a:spcPct val="120000"/>
              </a:lnSpc>
              <a:spcBef>
                <a:spcPts val="200"/>
              </a:spcBef>
              <a:spcAft>
                <a:spcPts val="200"/>
              </a:spcAft>
              <a:buFont typeface="Onest" pitchFamily="2" charset="0"/>
              <a:buChar char="–"/>
              <a:defRPr sz="1000" kern="1200">
                <a:solidFill>
                  <a:schemeClr val="tx1"/>
                </a:solidFill>
                <a:latin typeface="+mn-lt"/>
                <a:ea typeface="+mn-ea"/>
                <a:cs typeface="+mn-cs"/>
              </a:defRPr>
            </a:lvl9pPr>
          </a:lstStyle>
          <a:p>
            <a:r>
              <a:rPr lang="en-GB" sz="2000" b="1" dirty="0" err="1">
                <a:solidFill>
                  <a:srgbClr val="0070C0"/>
                </a:solidFill>
              </a:rPr>
              <a:t>FusionDrive</a:t>
            </a:r>
            <a:r>
              <a:rPr lang="en-GB" sz="1800" b="1" dirty="0">
                <a:solidFill>
                  <a:srgbClr val="0070C0"/>
                </a:solidFill>
              </a:rPr>
              <a:t> · QNXHACK-HYD-026</a:t>
            </a:r>
          </a:p>
        </p:txBody>
      </p:sp>
      <p:pic>
        <p:nvPicPr>
          <p:cNvPr id="5" name="Graphic 4">
            <a:extLst>
              <a:ext uri="{FF2B5EF4-FFF2-40B4-BE49-F238E27FC236}">
                <a16:creationId xmlns:a16="http://schemas.microsoft.com/office/drawing/2014/main" id="{999A67B5-04BD-BF89-CAA9-3EFB410748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97869" y="243852"/>
            <a:ext cx="2438434" cy="424337"/>
          </a:xfrm>
          <a:prstGeom prst="rect">
            <a:avLst/>
          </a:prstGeom>
        </p:spPr>
      </p:pic>
      <p:sp>
        <p:nvSpPr>
          <p:cNvPr id="2" name="TextBox 1">
            <a:extLst>
              <a:ext uri="{FF2B5EF4-FFF2-40B4-BE49-F238E27FC236}">
                <a16:creationId xmlns:a16="http://schemas.microsoft.com/office/drawing/2014/main" id="{591D29D4-962A-96DD-A4FF-2F47076BE4A1}"/>
              </a:ext>
            </a:extLst>
          </p:cNvPr>
          <p:cNvSpPr txBox="1"/>
          <p:nvPr/>
        </p:nvSpPr>
        <p:spPr bwMode="gray">
          <a:xfrm>
            <a:off x="7738647" y="6388526"/>
            <a:ext cx="0" cy="0"/>
          </a:xfrm>
          <a:prstGeom prst="rect">
            <a:avLst/>
          </a:prstGeom>
          <a:noFill/>
        </p:spPr>
        <p:txBody>
          <a:bodyPr wrap="none" lIns="0" tIns="0" rIns="0" bIns="0" rtlCol="0">
            <a:noAutofit/>
          </a:bodyPr>
          <a:lstStyle/>
          <a:p>
            <a:pPr algn="l"/>
            <a:endParaRPr lang="en-IN" dirty="0"/>
          </a:p>
        </p:txBody>
      </p:sp>
      <p:sp>
        <p:nvSpPr>
          <p:cNvPr id="3" name="TextBox 2">
            <a:extLst>
              <a:ext uri="{FF2B5EF4-FFF2-40B4-BE49-F238E27FC236}">
                <a16:creationId xmlns:a16="http://schemas.microsoft.com/office/drawing/2014/main" id="{9F03F4C0-652B-4304-4F44-F0E665A808FC}"/>
              </a:ext>
            </a:extLst>
          </p:cNvPr>
          <p:cNvSpPr txBox="1"/>
          <p:nvPr/>
        </p:nvSpPr>
        <p:spPr bwMode="gray">
          <a:xfrm>
            <a:off x="6603452" y="3881160"/>
            <a:ext cx="4694738" cy="914400"/>
          </a:xfrm>
          <a:prstGeom prst="rect">
            <a:avLst/>
          </a:prstGeom>
          <a:noFill/>
        </p:spPr>
        <p:txBody>
          <a:bodyPr wrap="none" lIns="0" tIns="0" rIns="0" bIns="0" rtlCol="0">
            <a:noAutofit/>
          </a:bodyPr>
          <a:lstStyle/>
          <a:p>
            <a:pPr algn="ctr"/>
            <a:r>
              <a:rPr lang="en-IN" dirty="0">
                <a:latin typeface="Times New Roman" panose="02020603050405020304" pitchFamily="18" charset="0"/>
                <a:cs typeface="Times New Roman" panose="02020603050405020304" pitchFamily="18" charset="0"/>
              </a:rPr>
              <a:t>Deterministic Multi-Sensor Fusion for Real-Time Collision-Risk</a:t>
            </a:r>
          </a:p>
          <a:p>
            <a:pPr algn="ctr"/>
            <a:r>
              <a:rPr lang="en-IN" dirty="0">
                <a:latin typeface="Times New Roman" panose="02020603050405020304" pitchFamily="18" charset="0"/>
                <a:cs typeface="Times New Roman" panose="02020603050405020304" pitchFamily="18" charset="0"/>
              </a:rPr>
              <a:t> Detection and Decision-Making on QNX. </a:t>
            </a:r>
          </a:p>
        </p:txBody>
      </p:sp>
      <p:cxnSp>
        <p:nvCxnSpPr>
          <p:cNvPr id="6" name="Straight Connector 5">
            <a:extLst>
              <a:ext uri="{FF2B5EF4-FFF2-40B4-BE49-F238E27FC236}">
                <a16:creationId xmlns:a16="http://schemas.microsoft.com/office/drawing/2014/main" id="{B7A468B9-D269-D790-A694-B1596C27146A}"/>
              </a:ext>
            </a:extLst>
          </p:cNvPr>
          <p:cNvCxnSpPr/>
          <p:nvPr/>
        </p:nvCxnSpPr>
        <p:spPr bwMode="gray">
          <a:xfrm>
            <a:off x="6866353" y="4501466"/>
            <a:ext cx="4168936" cy="0"/>
          </a:xfrm>
          <a:prstGeom prst="line">
            <a:avLst/>
          </a:prstGeo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56036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F2D68-3D29-F496-362F-2C549E25C154}"/>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771A3458-C0A6-8F18-DAE4-6F9BE2E4C856}"/>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80B7DC52-5B75-60FD-0D60-8DABBD4EDFE0}"/>
              </a:ext>
            </a:extLst>
          </p:cNvPr>
          <p:cNvSpPr>
            <a:spLocks noGrp="1"/>
          </p:cNvSpPr>
          <p:nvPr>
            <p:ph type="title"/>
          </p:nvPr>
        </p:nvSpPr>
        <p:spPr bwMode="gray">
          <a:xfrm>
            <a:off x="623888" y="620687"/>
            <a:ext cx="10944224" cy="504000"/>
          </a:xfrm>
        </p:spPr>
        <p:txBody>
          <a:bodyPr/>
          <a:lstStyle/>
          <a:p>
            <a:r>
              <a:rPr lang="en-US" dirty="0"/>
              <a:t>Problem Synthesis &amp; Scenario</a:t>
            </a:r>
          </a:p>
        </p:txBody>
      </p:sp>
      <p:sp>
        <p:nvSpPr>
          <p:cNvPr id="2" name="Inhaltsplatzhalter 1">
            <a:extLst>
              <a:ext uri="{FF2B5EF4-FFF2-40B4-BE49-F238E27FC236}">
                <a16:creationId xmlns:a16="http://schemas.microsoft.com/office/drawing/2014/main" id="{7852AD14-C0A1-4B87-85A9-431C361B929F}"/>
              </a:ext>
            </a:extLst>
          </p:cNvPr>
          <p:cNvSpPr>
            <a:spLocks noGrp="1"/>
          </p:cNvSpPr>
          <p:nvPr>
            <p:ph idx="1"/>
          </p:nvPr>
        </p:nvSpPr>
        <p:spPr bwMode="gray">
          <a:xfrm>
            <a:off x="623872" y="1513332"/>
            <a:ext cx="5989320" cy="4206240"/>
          </a:xfrm>
        </p:spPr>
        <p:txBody>
          <a:bodyPr>
            <a:normAutofit/>
          </a:bodyPr>
          <a:lstStyle/>
          <a:p>
            <a:pPr algn="just">
              <a:spcBef>
                <a:spcPts val="0"/>
              </a:spcBef>
              <a:spcAft>
                <a:spcPts val="900"/>
              </a:spcAft>
              <a:buNone/>
            </a:pPr>
            <a:r>
              <a:rPr lang="en-US" sz="1600" b="1" dirty="0"/>
              <a:t>The scenario: </a:t>
            </a:r>
            <a:r>
              <a:rPr lang="en-US" sz="1600" dirty="0"/>
              <a:t>A vehicle ahead brakes suddenly. The ADAS controller has to combine camera, distance and motion sensors into one picture of the gap, and decide to warn or brake before that gap is gone.</a:t>
            </a:r>
          </a:p>
          <a:p>
            <a:pPr algn="just">
              <a:spcBef>
                <a:spcPts val="0"/>
              </a:spcBef>
              <a:spcAft>
                <a:spcPts val="900"/>
              </a:spcAft>
              <a:buNone/>
            </a:pPr>
            <a:r>
              <a:rPr lang="en-US" sz="1600" b="1" dirty="0"/>
              <a:t>Criticality: </a:t>
            </a:r>
            <a:r>
              <a:rPr lang="en-US" sz="1600" dirty="0"/>
              <a:t>At 54 km/h a car closes 30 cm every 20 ms. A late decision, or a stale reading that looks fresh, is as dangerous as no decision. Timing has to be guaranteed, not "usually fast".</a:t>
            </a:r>
          </a:p>
          <a:p>
            <a:pPr algn="just">
              <a:spcBef>
                <a:spcPts val="0"/>
              </a:spcBef>
              <a:spcAft>
                <a:spcPts val="900"/>
              </a:spcAft>
              <a:buNone/>
            </a:pPr>
            <a:r>
              <a:rPr lang="en-US" sz="1600" b="1" dirty="0"/>
              <a:t>Success metrics: </a:t>
            </a:r>
            <a:r>
              <a:rPr lang="en-US" sz="1600" dirty="0"/>
              <a:t>a fusion and decision cycle every 20 ms with zero deadline misses; every sample timestamped on one clock; a failed sensor detected and isolated within one cycle while fusion keeps running.</a:t>
            </a:r>
          </a:p>
        </p:txBody>
      </p:sp>
      <p:sp>
        <p:nvSpPr>
          <p:cNvPr id="5" name="Textplatzhalter 4">
            <a:extLst>
              <a:ext uri="{FF2B5EF4-FFF2-40B4-BE49-F238E27FC236}">
                <a16:creationId xmlns:a16="http://schemas.microsoft.com/office/drawing/2014/main" id="{EB8386DE-B0CA-B430-4763-073FB287DC0C}"/>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GB" dirty="0"/>
              <a:t>Design and Execution</a:t>
            </a:r>
          </a:p>
        </p:txBody>
      </p:sp>
      <p:sp>
        <p:nvSpPr>
          <p:cNvPr id="201" name="Ladder title"/>
          <p:cNvSpPr txBox="1"/>
          <p:nvPr/>
        </p:nvSpPr>
        <p:spPr>
          <a:xfrm>
            <a:off x="7040880" y="1196094"/>
            <a:ext cx="4526280" cy="457200"/>
          </a:xfrm>
          <a:prstGeom prst="roundRect">
            <a:avLst>
              <a:gd name="adj" fmla="val 10000"/>
            </a:avLst>
          </a:prstGeom>
          <a:noFill/>
          <a:ln>
            <a:noFill/>
          </a:ln>
        </p:spPr>
        <p:txBody>
          <a:bodyPr wrap="square" lIns="0" tIns="0" rIns="0" bIns="0" rtlCol="0" anchor="t">
            <a:noAutofit/>
          </a:bodyPr>
          <a:lstStyle/>
          <a:p>
            <a:pPr>
              <a:spcBef>
                <a:spcPts val="0"/>
              </a:spcBef>
              <a:spcAft>
                <a:spcPts val="0"/>
              </a:spcAft>
              <a:buNone/>
            </a:pPr>
            <a:r>
              <a:rPr lang="en-US" sz="1600" b="1" dirty="0">
                <a:solidFill>
                  <a:srgbClr val="181C1E"/>
                </a:solidFill>
              </a:rPr>
              <a:t>Decision ladder</a:t>
            </a:r>
          </a:p>
          <a:p>
            <a:pPr>
              <a:spcBef>
                <a:spcPts val="0"/>
              </a:spcBef>
              <a:spcAft>
                <a:spcPts val="0"/>
              </a:spcAft>
              <a:buNone/>
            </a:pPr>
            <a:r>
              <a:rPr lang="en-US" sz="1200" dirty="0">
                <a:solidFill>
                  <a:srgbClr val="5E5D5A"/>
                </a:solidFill>
              </a:rPr>
              <a:t>TTC = distance ÷ closing speed</a:t>
            </a:r>
          </a:p>
        </p:txBody>
      </p:sp>
      <p:sp>
        <p:nvSpPr>
          <p:cNvPr id="202" name="Level SAFE"/>
          <p:cNvSpPr/>
          <p:nvPr/>
        </p:nvSpPr>
        <p:spPr>
          <a:xfrm>
            <a:off x="7040880" y="1927614"/>
            <a:ext cx="1600200" cy="685800"/>
          </a:xfrm>
          <a:prstGeom prst="roundRect">
            <a:avLst>
              <a:gd name="adj" fmla="val 10000"/>
            </a:avLst>
          </a:prstGeom>
          <a:solidFill>
            <a:srgbClr val="2E8B57"/>
          </a:solidFill>
          <a:ln>
            <a:noFill/>
          </a:ln>
        </p:spPr>
        <p:txBody>
          <a:bodyPr wrap="square" lIns="73152" tIns="73152" rIns="73152" bIns="73152" rtlCol="0" anchor="ctr">
            <a:noAutofit/>
          </a:bodyPr>
          <a:lstStyle/>
          <a:p>
            <a:pPr algn="ctr">
              <a:spcBef>
                <a:spcPts val="0"/>
              </a:spcBef>
              <a:spcAft>
                <a:spcPts val="0"/>
              </a:spcAft>
              <a:buNone/>
            </a:pPr>
            <a:r>
              <a:rPr lang="en-US" sz="1400" b="1" dirty="0">
                <a:solidFill>
                  <a:srgbClr val="FFFFFF"/>
                </a:solidFill>
              </a:rPr>
              <a:t>SAFE</a:t>
            </a:r>
          </a:p>
        </p:txBody>
      </p:sp>
      <p:sp>
        <p:nvSpPr>
          <p:cNvPr id="203" name="Cond SAFE"/>
          <p:cNvSpPr/>
          <p:nvPr/>
        </p:nvSpPr>
        <p:spPr>
          <a:xfrm>
            <a:off x="8732520" y="1927614"/>
            <a:ext cx="2834640" cy="685800"/>
          </a:xfrm>
          <a:prstGeom prst="roundRect">
            <a:avLst>
              <a:gd name="adj" fmla="val 10000"/>
            </a:avLst>
          </a:prstGeom>
          <a:solidFill>
            <a:srgbClr val="F3F1EE"/>
          </a:solidFill>
          <a:ln>
            <a:noFill/>
          </a:ln>
        </p:spPr>
        <p:txBody>
          <a:bodyPr wrap="square" lIns="109728" tIns="109728" rIns="109728" bIns="109728" rtlCol="0" anchor="ctr">
            <a:noAutofit/>
          </a:bodyPr>
          <a:lstStyle/>
          <a:p>
            <a:pPr>
              <a:spcBef>
                <a:spcPts val="0"/>
              </a:spcBef>
              <a:spcAft>
                <a:spcPts val="0"/>
              </a:spcAft>
              <a:buNone/>
            </a:pPr>
            <a:r>
              <a:rPr lang="en-US" sz="1300" dirty="0">
                <a:solidFill>
                  <a:srgbClr val="181C1E"/>
                </a:solidFill>
              </a:rPr>
              <a:t>TTC ≥ 4 s and gap ≥ 50 cm</a:t>
            </a:r>
          </a:p>
        </p:txBody>
      </p:sp>
      <p:sp>
        <p:nvSpPr>
          <p:cNvPr id="204" name="Level WARNING"/>
          <p:cNvSpPr/>
          <p:nvPr/>
        </p:nvSpPr>
        <p:spPr>
          <a:xfrm>
            <a:off x="7040880" y="2778006"/>
            <a:ext cx="1600200" cy="685800"/>
          </a:xfrm>
          <a:prstGeom prst="roundRect">
            <a:avLst>
              <a:gd name="adj" fmla="val 10000"/>
            </a:avLst>
          </a:prstGeom>
          <a:solidFill>
            <a:srgbClr val="E39B00"/>
          </a:solidFill>
          <a:ln>
            <a:noFill/>
          </a:ln>
        </p:spPr>
        <p:txBody>
          <a:bodyPr wrap="square" lIns="73152" tIns="73152" rIns="73152" bIns="73152" rtlCol="0" anchor="ctr">
            <a:noAutofit/>
          </a:bodyPr>
          <a:lstStyle/>
          <a:p>
            <a:pPr algn="ctr">
              <a:spcBef>
                <a:spcPts val="0"/>
              </a:spcBef>
              <a:spcAft>
                <a:spcPts val="0"/>
              </a:spcAft>
              <a:buNone/>
            </a:pPr>
            <a:r>
              <a:rPr lang="en-US" sz="1400" b="1" dirty="0">
                <a:solidFill>
                  <a:srgbClr val="FFFFFF"/>
                </a:solidFill>
              </a:rPr>
              <a:t>WARNING</a:t>
            </a:r>
          </a:p>
        </p:txBody>
      </p:sp>
      <p:sp>
        <p:nvSpPr>
          <p:cNvPr id="205" name="Cond WARNING"/>
          <p:cNvSpPr/>
          <p:nvPr/>
        </p:nvSpPr>
        <p:spPr>
          <a:xfrm>
            <a:off x="8732520" y="2778006"/>
            <a:ext cx="2834640" cy="685800"/>
          </a:xfrm>
          <a:prstGeom prst="roundRect">
            <a:avLst>
              <a:gd name="adj" fmla="val 10000"/>
            </a:avLst>
          </a:prstGeom>
          <a:solidFill>
            <a:srgbClr val="F3F1EE"/>
          </a:solidFill>
          <a:ln>
            <a:noFill/>
          </a:ln>
        </p:spPr>
        <p:txBody>
          <a:bodyPr wrap="square" lIns="109728" tIns="109728" rIns="109728" bIns="109728" rtlCol="0" anchor="ctr">
            <a:noAutofit/>
          </a:bodyPr>
          <a:lstStyle/>
          <a:p>
            <a:pPr>
              <a:spcBef>
                <a:spcPts val="0"/>
              </a:spcBef>
              <a:spcAft>
                <a:spcPts val="0"/>
              </a:spcAft>
              <a:buNone/>
            </a:pPr>
            <a:r>
              <a:rPr lang="en-US" sz="1300" dirty="0">
                <a:solidFill>
                  <a:srgbClr val="181C1E"/>
                </a:solidFill>
              </a:rPr>
              <a:t>TTC &lt; 4 s  or  gap &lt; 50 cm</a:t>
            </a:r>
          </a:p>
        </p:txBody>
      </p:sp>
      <p:sp>
        <p:nvSpPr>
          <p:cNvPr id="206" name="Level CRITICAL"/>
          <p:cNvSpPr/>
          <p:nvPr/>
        </p:nvSpPr>
        <p:spPr>
          <a:xfrm>
            <a:off x="7040880" y="3628398"/>
            <a:ext cx="1600200" cy="685800"/>
          </a:xfrm>
          <a:prstGeom prst="roundRect">
            <a:avLst>
              <a:gd name="adj" fmla="val 10000"/>
            </a:avLst>
          </a:prstGeom>
          <a:solidFill>
            <a:srgbClr val="FF443A"/>
          </a:solidFill>
          <a:ln>
            <a:noFill/>
          </a:ln>
        </p:spPr>
        <p:txBody>
          <a:bodyPr wrap="square" lIns="73152" tIns="73152" rIns="73152" bIns="73152" rtlCol="0" anchor="ctr">
            <a:noAutofit/>
          </a:bodyPr>
          <a:lstStyle/>
          <a:p>
            <a:pPr algn="ctr">
              <a:spcBef>
                <a:spcPts val="0"/>
              </a:spcBef>
              <a:spcAft>
                <a:spcPts val="0"/>
              </a:spcAft>
              <a:buNone/>
            </a:pPr>
            <a:r>
              <a:rPr lang="en-US" sz="1400" b="1" dirty="0">
                <a:solidFill>
                  <a:srgbClr val="FFFFFF"/>
                </a:solidFill>
              </a:rPr>
              <a:t>CRITICAL</a:t>
            </a:r>
          </a:p>
        </p:txBody>
      </p:sp>
      <p:sp>
        <p:nvSpPr>
          <p:cNvPr id="207" name="Cond CRITICAL"/>
          <p:cNvSpPr/>
          <p:nvPr/>
        </p:nvSpPr>
        <p:spPr>
          <a:xfrm>
            <a:off x="8732520" y="3628398"/>
            <a:ext cx="2834640" cy="685800"/>
          </a:xfrm>
          <a:prstGeom prst="roundRect">
            <a:avLst>
              <a:gd name="adj" fmla="val 10000"/>
            </a:avLst>
          </a:prstGeom>
          <a:solidFill>
            <a:srgbClr val="F3F1EE"/>
          </a:solidFill>
          <a:ln>
            <a:noFill/>
          </a:ln>
        </p:spPr>
        <p:txBody>
          <a:bodyPr wrap="square" lIns="109728" tIns="109728" rIns="109728" bIns="109728" rtlCol="0" anchor="ctr">
            <a:noAutofit/>
          </a:bodyPr>
          <a:lstStyle/>
          <a:p>
            <a:pPr>
              <a:spcBef>
                <a:spcPts val="0"/>
              </a:spcBef>
              <a:spcAft>
                <a:spcPts val="0"/>
              </a:spcAft>
              <a:buNone/>
            </a:pPr>
            <a:r>
              <a:rPr lang="en-US" sz="1300" dirty="0">
                <a:solidFill>
                  <a:srgbClr val="181C1E"/>
                </a:solidFill>
              </a:rPr>
              <a:t>TTC &lt; 2 s  or  gap &lt; 30 cm</a:t>
            </a:r>
          </a:p>
        </p:txBody>
      </p:sp>
      <p:sp>
        <p:nvSpPr>
          <p:cNvPr id="208" name="Level EMERGENCY"/>
          <p:cNvSpPr/>
          <p:nvPr/>
        </p:nvSpPr>
        <p:spPr>
          <a:xfrm>
            <a:off x="7040880" y="4478790"/>
            <a:ext cx="1600200" cy="685800"/>
          </a:xfrm>
          <a:prstGeom prst="roundRect">
            <a:avLst>
              <a:gd name="adj" fmla="val 10000"/>
            </a:avLst>
          </a:prstGeom>
          <a:solidFill>
            <a:srgbClr val="85352E"/>
          </a:solidFill>
          <a:ln>
            <a:noFill/>
          </a:ln>
        </p:spPr>
        <p:txBody>
          <a:bodyPr wrap="square" lIns="73152" tIns="73152" rIns="73152" bIns="73152" rtlCol="0" anchor="ctr">
            <a:noAutofit/>
          </a:bodyPr>
          <a:lstStyle/>
          <a:p>
            <a:pPr algn="ctr">
              <a:spcBef>
                <a:spcPts val="0"/>
              </a:spcBef>
              <a:spcAft>
                <a:spcPts val="0"/>
              </a:spcAft>
              <a:buNone/>
            </a:pPr>
            <a:r>
              <a:rPr lang="en-US" sz="1400" b="1" dirty="0">
                <a:solidFill>
                  <a:srgbClr val="FFFFFF"/>
                </a:solidFill>
              </a:rPr>
              <a:t>EMERGENCY</a:t>
            </a:r>
          </a:p>
        </p:txBody>
      </p:sp>
      <p:sp>
        <p:nvSpPr>
          <p:cNvPr id="209" name="Cond EMERGENCY"/>
          <p:cNvSpPr/>
          <p:nvPr/>
        </p:nvSpPr>
        <p:spPr>
          <a:xfrm>
            <a:off x="8732520" y="4478790"/>
            <a:ext cx="2834640" cy="685800"/>
          </a:xfrm>
          <a:prstGeom prst="roundRect">
            <a:avLst>
              <a:gd name="adj" fmla="val 10000"/>
            </a:avLst>
          </a:prstGeom>
          <a:solidFill>
            <a:srgbClr val="F3F1EE"/>
          </a:solidFill>
          <a:ln>
            <a:noFill/>
          </a:ln>
        </p:spPr>
        <p:txBody>
          <a:bodyPr wrap="square" lIns="109728" tIns="109728" rIns="109728" bIns="109728" rtlCol="0" anchor="ctr">
            <a:noAutofit/>
          </a:bodyPr>
          <a:lstStyle/>
          <a:p>
            <a:pPr>
              <a:spcBef>
                <a:spcPts val="0"/>
              </a:spcBef>
              <a:spcAft>
                <a:spcPts val="0"/>
              </a:spcAft>
              <a:buNone/>
            </a:pPr>
            <a:r>
              <a:rPr lang="en-US" sz="1300" dirty="0">
                <a:solidFill>
                  <a:srgbClr val="181C1E"/>
                </a:solidFill>
              </a:rPr>
              <a:t>TTC &lt; 1 s  or  gap &lt; 15 cm</a:t>
            </a:r>
          </a:p>
        </p:txBody>
      </p:sp>
      <p:sp>
        <p:nvSpPr>
          <p:cNvPr id="210" name="Ladder note"/>
          <p:cNvSpPr txBox="1"/>
          <p:nvPr/>
        </p:nvSpPr>
        <p:spPr>
          <a:xfrm>
            <a:off x="7147068" y="5399532"/>
            <a:ext cx="4526280" cy="320040"/>
          </a:xfrm>
          <a:prstGeom prst="roundRect">
            <a:avLst>
              <a:gd name="adj" fmla="val 10000"/>
            </a:avLst>
          </a:prstGeom>
          <a:noFill/>
          <a:ln>
            <a:noFill/>
          </a:ln>
        </p:spPr>
        <p:txBody>
          <a:bodyPr wrap="square" lIns="0" tIns="0" rIns="0" bIns="0" rtlCol="0" anchor="t">
            <a:noAutofit/>
          </a:bodyPr>
          <a:lstStyle/>
          <a:p>
            <a:pPr>
              <a:spcBef>
                <a:spcPts val="0"/>
              </a:spcBef>
              <a:spcAft>
                <a:spcPts val="0"/>
              </a:spcAft>
              <a:buNone/>
            </a:pPr>
            <a:r>
              <a:rPr lang="en-US" sz="1100" i="1" dirty="0">
                <a:solidFill>
                  <a:srgbClr val="5E5D5A"/>
                </a:solidFill>
              </a:rPr>
              <a:t>Escalates immediately; relaxes only after 200 ms (hysteresis).</a:t>
            </a:r>
          </a:p>
        </p:txBody>
      </p:sp>
      <p:sp>
        <p:nvSpPr>
          <p:cNvPr id="3" name="TextBox 2">
            <a:extLst>
              <a:ext uri="{FF2B5EF4-FFF2-40B4-BE49-F238E27FC236}">
                <a16:creationId xmlns:a16="http://schemas.microsoft.com/office/drawing/2014/main" id="{9411C634-7931-A8C9-C5CB-BB2F29CC1582}"/>
              </a:ext>
            </a:extLst>
          </p:cNvPr>
          <p:cNvSpPr txBox="1"/>
          <p:nvPr/>
        </p:nvSpPr>
        <p:spPr bwMode="gray">
          <a:xfrm>
            <a:off x="11350359" y="235974"/>
            <a:ext cx="0" cy="0"/>
          </a:xfrm>
          <a:prstGeom prst="rect">
            <a:avLst/>
          </a:prstGeom>
          <a:noFill/>
        </p:spPr>
        <p:txBody>
          <a:bodyPr wrap="none" lIns="0" tIns="0" rIns="0" bIns="0" rtlCol="0">
            <a:noAutofit/>
          </a:bodyPr>
          <a:lstStyle/>
          <a:p>
            <a:pPr algn="l"/>
            <a:endParaRPr lang="en-IN" dirty="0"/>
          </a:p>
        </p:txBody>
      </p:sp>
    </p:spTree>
    <p:extLst>
      <p:ext uri="{BB962C8B-B14F-4D97-AF65-F5344CB8AC3E}">
        <p14:creationId xmlns:p14="http://schemas.microsoft.com/office/powerpoint/2010/main" val="822339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1A877-05DA-5AD5-C1EE-EE47A693C4A8}"/>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3D102912-9A6C-96DE-7A6D-462EA1632051}"/>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E73336FB-256D-F8C5-EAC3-6EE92DC72FC2}"/>
              </a:ext>
            </a:extLst>
          </p:cNvPr>
          <p:cNvSpPr>
            <a:spLocks noGrp="1"/>
          </p:cNvSpPr>
          <p:nvPr>
            <p:ph type="title"/>
          </p:nvPr>
        </p:nvSpPr>
        <p:spPr bwMode="gray">
          <a:xfrm>
            <a:off x="623888" y="620687"/>
            <a:ext cx="10944224" cy="504000"/>
          </a:xfrm>
        </p:spPr>
        <p:txBody>
          <a:bodyPr/>
          <a:lstStyle/>
          <a:p>
            <a:r>
              <a:rPr lang="en-US" dirty="0"/>
              <a:t>QNX Architectural Approach</a:t>
            </a:r>
          </a:p>
        </p:txBody>
      </p:sp>
      <p:sp>
        <p:nvSpPr>
          <p:cNvPr id="2" name="Inhaltsplatzhalter 1">
            <a:extLst>
              <a:ext uri="{FF2B5EF4-FFF2-40B4-BE49-F238E27FC236}">
                <a16:creationId xmlns:a16="http://schemas.microsoft.com/office/drawing/2014/main" id="{7E319DD6-6BC4-7715-65D6-AD6FEAA0C8F0}"/>
              </a:ext>
            </a:extLst>
          </p:cNvPr>
          <p:cNvSpPr>
            <a:spLocks noGrp="1"/>
          </p:cNvSpPr>
          <p:nvPr>
            <p:ph idx="1"/>
          </p:nvPr>
        </p:nvSpPr>
        <p:spPr bwMode="gray">
          <a:xfrm>
            <a:off x="621792" y="1600200"/>
            <a:ext cx="5349240" cy="4480560"/>
          </a:xfrm>
        </p:spPr>
        <p:txBody>
          <a:bodyPr>
            <a:normAutofit/>
          </a:bodyPr>
          <a:lstStyle/>
          <a:p>
            <a:pPr>
              <a:spcBef>
                <a:spcPts val="0"/>
              </a:spcBef>
              <a:spcAft>
                <a:spcPts val="700"/>
              </a:spcAft>
              <a:buNone/>
            </a:pPr>
            <a:r>
              <a:rPr lang="en-US" sz="1300" b="1" dirty="0"/>
              <a:t>Microkernel strategy: </a:t>
            </a:r>
            <a:r>
              <a:rPr lang="en-US" sz="1300" dirty="0"/>
              <a:t>every sensor runs in its own process, isolated by the microkernel. A crash in one cannot corrupt another. All talk to a named fusion server (name_attach "adas_fusion") through kernel message passing.</a:t>
            </a:r>
          </a:p>
          <a:p>
            <a:pPr>
              <a:spcBef>
                <a:spcPts val="0"/>
              </a:spcBef>
              <a:spcAft>
                <a:spcPts val="700"/>
              </a:spcAft>
              <a:buNone/>
            </a:pPr>
            <a:r>
              <a:rPr lang="en-US" sz="1300" b="1" dirty="0"/>
              <a:t>IPC: </a:t>
            </a:r>
            <a:r>
              <a:rPr lang="en-US" sz="1300" dirty="0"/>
              <a:t>IOV messages (MsgSendv / MsgReceivev: header + sample array, no repacking); pulses for timer ticks, health changes and kernel disconnect notices; shared memory with a lock-free seqlock for the dashboard, woken by MsgDeliverEvent.</a:t>
            </a:r>
          </a:p>
          <a:p>
            <a:pPr>
              <a:spcBef>
                <a:spcPts val="0"/>
              </a:spcBef>
              <a:spcAft>
                <a:spcPts val="700"/>
              </a:spcAft>
              <a:buNone/>
            </a:pPr>
            <a:r>
              <a:rPr lang="en-US" sz="1300" b="1" dirty="0"/>
              <a:t>Resource isolation: </a:t>
            </a:r>
            <a:r>
              <a:rPr lang="en-US" sz="1300" dirty="0"/>
              <a:t>each device has exactly one owner process: I2C through the QNX driver (devctl), GPIO through mapped registers (root only), camera through the Sensor Framework. Threads run SCHED_FIFO on all 4 cores; CPU-set pinning (runmask) is our next step.</a:t>
            </a:r>
          </a:p>
          <a:p>
            <a:pPr>
              <a:spcBef>
                <a:spcPts val="0"/>
              </a:spcBef>
              <a:spcAft>
                <a:spcPts val="0"/>
              </a:spcAft>
              <a:buNone/>
            </a:pPr>
            <a:r>
              <a:rPr lang="en-US" sz="1300" b="1" dirty="0"/>
              <a:t>Priority setup: </a:t>
            </a:r>
            <a:r>
              <a:rPr lang="en-US" sz="1300" dirty="0"/>
              <a:t>safety loop highest; priority inheritance on messages and mutexes stops a low-priority client from delaying fusion.</a:t>
            </a:r>
          </a:p>
        </p:txBody>
      </p:sp>
      <p:sp>
        <p:nvSpPr>
          <p:cNvPr id="5" name="Textplatzhalter 4">
            <a:extLst>
              <a:ext uri="{FF2B5EF4-FFF2-40B4-BE49-F238E27FC236}">
                <a16:creationId xmlns:a16="http://schemas.microsoft.com/office/drawing/2014/main" id="{CCD74172-BF54-461F-90E4-43392F08414B}"/>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GB"/>
              <a:t>Design and Execution</a:t>
            </a:r>
          </a:p>
        </p:txBody>
      </p:sp>
      <p:sp>
        <p:nvSpPr>
          <p:cNvPr id="301" name="Table title"/>
          <p:cNvSpPr txBox="1"/>
          <p:nvPr/>
        </p:nvSpPr>
        <p:spPr>
          <a:xfrm>
            <a:off x="6263640" y="1600200"/>
            <a:ext cx="5303520" cy="365760"/>
          </a:xfrm>
          <a:prstGeom prst="roundRect">
            <a:avLst>
              <a:gd name="adj" fmla="val 10000"/>
            </a:avLst>
          </a:prstGeom>
          <a:noFill/>
          <a:ln>
            <a:noFill/>
          </a:ln>
        </p:spPr>
        <p:txBody>
          <a:bodyPr wrap="square" lIns="0" tIns="0" rIns="0" bIns="0" rtlCol="0" anchor="t">
            <a:noAutofit/>
          </a:bodyPr>
          <a:lstStyle/>
          <a:p>
            <a:pPr>
              <a:spcBef>
                <a:spcPts val="0"/>
              </a:spcBef>
              <a:spcAft>
                <a:spcPts val="0"/>
              </a:spcAft>
              <a:buNone/>
            </a:pPr>
            <a:r>
              <a:rPr lang="en-US" sz="1500" b="1" dirty="0">
                <a:solidFill>
                  <a:srgbClr val="181C1E"/>
                </a:solidFill>
              </a:rPr>
              <a:t>Thread priorities (SCHED_FIFO)</a:t>
            </a:r>
          </a:p>
        </p:txBody>
      </p:sp>
      <p:graphicFrame>
        <p:nvGraphicFramePr>
          <p:cNvPr id="302" name="Priority table"/>
          <p:cNvGraphicFramePr>
            <a:graphicFrameLocks noGrp="1"/>
          </p:cNvGraphicFramePr>
          <p:nvPr/>
        </p:nvGraphicFramePr>
        <p:xfrm>
          <a:off x="6263640" y="2057400"/>
          <a:ext cx="5303520" cy="2688336"/>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84048">
                <a:tc>
                  <a:txBody>
                    <a:bodyPr/>
                    <a:lstStyle/>
                    <a:p>
                      <a:pPr>
                        <a:buNone/>
                      </a:pPr>
                      <a:r>
                        <a:rPr lang="en-US" sz="1100" b="1" dirty="0">
                          <a:solidFill>
                            <a:srgbClr val="FFFFFF"/>
                          </a:solidFill>
                        </a:rPr>
                        <a:t>Thread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Process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Priority</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Released by</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extLst>
                  <a:ext uri="{0D108BD9-81ED-4DB2-BD59-A6C34878D82A}">
                    <a16:rowId xmlns:a16="http://schemas.microsoft.com/office/drawing/2014/main" val="10000"/>
                  </a:ext>
                </a:extLst>
              </a:tr>
              <a:tr h="384048">
                <a:tc>
                  <a:txBody>
                    <a:bodyPr/>
                    <a:lstStyle/>
                    <a:p>
                      <a:pPr>
                        <a:buNone/>
                      </a:pPr>
                      <a:r>
                        <a:rPr lang="en-US" sz="1100" b="1" dirty="0">
                          <a:solidFill>
                            <a:srgbClr val="181C1E"/>
                          </a:solidFill>
                        </a:rPr>
                        <a:t>fusion_tick</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fusion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FIFO 30</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timer pulse, 20 ms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extLst>
                  <a:ext uri="{0D108BD9-81ED-4DB2-BD59-A6C34878D82A}">
                    <a16:rowId xmlns:a16="http://schemas.microsoft.com/office/drawing/2014/main" val="10001"/>
                  </a:ext>
                </a:extLst>
              </a:tr>
              <a:tr h="384048">
                <a:tc>
                  <a:txBody>
                    <a:bodyPr/>
                    <a:lstStyle/>
                    <a:p>
                      <a:pPr>
                        <a:buNone/>
                      </a:pPr>
                      <a:r>
                        <a:rPr lang="en-US" sz="1100" b="1" dirty="0">
                          <a:solidFill>
                            <a:srgbClr val="181C1E"/>
                          </a:solidFill>
                        </a:rPr>
                        <a:t>us_ping</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ultrasonic</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FIFO 29</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timer 66 ms + GPIO IRQ 145</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extLst>
                  <a:ext uri="{0D108BD9-81ED-4DB2-BD59-A6C34878D82A}">
                    <a16:rowId xmlns:a16="http://schemas.microsoft.com/office/drawing/2014/main" val="10002"/>
                  </a:ext>
                </a:extLst>
              </a:tr>
              <a:tr h="384048">
                <a:tc>
                  <a:txBody>
                    <a:bodyPr/>
                    <a:lstStyle/>
                    <a:p>
                      <a:pPr>
                        <a:buNone/>
                      </a:pPr>
                      <a:r>
                        <a:rPr lang="en-US" sz="1100" b="1" dirty="0">
                          <a:solidFill>
                            <a:srgbClr val="181C1E"/>
                          </a:solidFill>
                        </a:rPr>
                        <a:t>imu_acq</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imu</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FIFO 28</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timer pulse, 20 ms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extLst>
                  <a:ext uri="{0D108BD9-81ED-4DB2-BD59-A6C34878D82A}">
                    <a16:rowId xmlns:a16="http://schemas.microsoft.com/office/drawing/2014/main" val="10003"/>
                  </a:ext>
                </a:extLst>
              </a:tr>
              <a:tr h="384048">
                <a:tc>
                  <a:txBody>
                    <a:bodyPr/>
                    <a:lstStyle/>
                    <a:p>
                      <a:pPr>
                        <a:buNone/>
                      </a:pPr>
                      <a:r>
                        <a:rPr lang="en-US" sz="1100" b="1" dirty="0">
                          <a:solidFill>
                            <a:srgbClr val="181C1E"/>
                          </a:solidFill>
                        </a:rPr>
                        <a:t>fusion_rx</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fusion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20, inherits sender</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MsgReceivev</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extLst>
                  <a:ext uri="{0D108BD9-81ED-4DB2-BD59-A6C34878D82A}">
                    <a16:rowId xmlns:a16="http://schemas.microsoft.com/office/drawing/2014/main" val="10004"/>
                  </a:ext>
                </a:extLst>
              </a:tr>
              <a:tr h="384048">
                <a:tc>
                  <a:txBody>
                    <a:bodyPr/>
                    <a:lstStyle/>
                    <a:p>
                      <a:pPr>
                        <a:buNone/>
                      </a:pPr>
                      <a:r>
                        <a:rPr lang="en-US" sz="1100" b="1" dirty="0">
                          <a:solidFill>
                            <a:srgbClr val="181C1E"/>
                          </a:solidFill>
                        </a:rPr>
                        <a:t>vf_callback</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camera</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libcamapi thread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each frame, 30 fps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extLst>
                  <a:ext uri="{0D108BD9-81ED-4DB2-BD59-A6C34878D82A}">
                    <a16:rowId xmlns:a16="http://schemas.microsoft.com/office/drawing/2014/main" val="10005"/>
                  </a:ext>
                </a:extLst>
              </a:tr>
              <a:tr h="384048">
                <a:tc>
                  <a:txBody>
                    <a:bodyPr/>
                    <a:lstStyle/>
                    <a:p>
                      <a:pPr>
                        <a:buNone/>
                      </a:pPr>
                      <a:r>
                        <a:rPr lang="en-US" sz="1100" b="1" dirty="0">
                          <a:solidFill>
                            <a:srgbClr val="181C1E"/>
                          </a:solidFill>
                        </a:rPr>
                        <a:t>dashboard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dashboard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10</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pulse from fusion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extLst>
                  <a:ext uri="{0D108BD9-81ED-4DB2-BD59-A6C34878D82A}">
                    <a16:rowId xmlns:a16="http://schemas.microsoft.com/office/drawing/2014/main" val="10006"/>
                  </a:ext>
                </a:extLst>
              </a:tr>
            </a:tbl>
          </a:graphicData>
        </a:graphic>
      </p:graphicFrame>
      <p:sp>
        <p:nvSpPr>
          <p:cNvPr id="303" name="Table note"/>
          <p:cNvSpPr txBox="1"/>
          <p:nvPr/>
        </p:nvSpPr>
        <p:spPr>
          <a:xfrm>
            <a:off x="6263640" y="4892040"/>
            <a:ext cx="5303520" cy="914400"/>
          </a:xfrm>
          <a:prstGeom prst="roundRect">
            <a:avLst>
              <a:gd name="adj" fmla="val 10000"/>
            </a:avLst>
          </a:prstGeom>
          <a:noFill/>
          <a:ln>
            <a:noFill/>
          </a:ln>
        </p:spPr>
        <p:txBody>
          <a:bodyPr wrap="square" lIns="0" tIns="0" rIns="0" bIns="0" rtlCol="0" anchor="t">
            <a:noAutofit/>
          </a:bodyPr>
          <a:lstStyle/>
          <a:p>
            <a:pPr>
              <a:spcBef>
                <a:spcPts val="0"/>
              </a:spcBef>
              <a:spcAft>
                <a:spcPts val="0"/>
              </a:spcAft>
              <a:buNone/>
            </a:pPr>
            <a:r>
              <a:rPr lang="en-US" sz="1100" i="1" dirty="0">
                <a:solidFill>
                  <a:srgbClr val="5E5D5A"/>
                </a:solidFill>
              </a:rPr>
              <a:t>Higher number runs first. The ultrasonic sleeps between echo edges (interrupt), so its high priority costs about 33 µs of CPU per ping.</a:t>
            </a:r>
          </a:p>
        </p:txBody>
      </p:sp>
    </p:spTree>
    <p:extLst>
      <p:ext uri="{BB962C8B-B14F-4D97-AF65-F5344CB8AC3E}">
        <p14:creationId xmlns:p14="http://schemas.microsoft.com/office/powerpoint/2010/main" val="463571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6D76F-8378-D232-3FE3-4A6AB0BF4B92}"/>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C45495C2-BA14-D41C-C129-50A77EBE8D04}"/>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C28CED4A-5028-4DD0-838E-BA873F9BA2A4}"/>
              </a:ext>
            </a:extLst>
          </p:cNvPr>
          <p:cNvSpPr>
            <a:spLocks noGrp="1"/>
          </p:cNvSpPr>
          <p:nvPr>
            <p:ph type="title"/>
          </p:nvPr>
        </p:nvSpPr>
        <p:spPr bwMode="gray">
          <a:xfrm>
            <a:off x="623888" y="620687"/>
            <a:ext cx="10944224" cy="504000"/>
          </a:xfrm>
        </p:spPr>
        <p:txBody>
          <a:bodyPr/>
          <a:lstStyle/>
          <a:p>
            <a:r>
              <a:rPr lang="en-US" dirty="0"/>
              <a:t>Technical Execution (Hardware &amp; Logic)</a:t>
            </a:r>
          </a:p>
        </p:txBody>
      </p:sp>
      <p:sp>
        <p:nvSpPr>
          <p:cNvPr id="5" name="Textplatzhalter 4">
            <a:extLst>
              <a:ext uri="{FF2B5EF4-FFF2-40B4-BE49-F238E27FC236}">
                <a16:creationId xmlns:a16="http://schemas.microsoft.com/office/drawing/2014/main" id="{D11A2076-B9BD-803B-BC85-ADE20F5E2798}"/>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GB"/>
              <a:t>Design and Execution</a:t>
            </a:r>
          </a:p>
        </p:txBody>
      </p:sp>
      <p:sp>
        <p:nvSpPr>
          <p:cNvPr id="401" name="HW 0"/>
          <p:cNvSpPr/>
          <p:nvPr/>
        </p:nvSpPr>
        <p:spPr>
          <a:xfrm>
            <a:off x="621792" y="1554480"/>
            <a:ext cx="2514600" cy="566928"/>
          </a:xfrm>
          <a:prstGeom prst="roundRect">
            <a:avLst>
              <a:gd name="adj" fmla="val 10000"/>
            </a:avLst>
          </a:prstGeom>
          <a:solidFill>
            <a:srgbClr val="F3F1EE"/>
          </a:solidFill>
          <a:ln>
            <a:noFill/>
          </a:ln>
        </p:spPr>
        <p:txBody>
          <a:bodyPr wrap="square" lIns="73152" tIns="73152" rIns="73152" bIns="73152" rtlCol="0" anchor="ctr">
            <a:noAutofit/>
          </a:bodyPr>
          <a:lstStyle/>
          <a:p>
            <a:pPr>
              <a:spcBef>
                <a:spcPts val="0"/>
              </a:spcBef>
              <a:spcAft>
                <a:spcPts val="0"/>
              </a:spcAft>
              <a:buNone/>
            </a:pPr>
            <a:r>
              <a:rPr lang="en-US" sz="1200" b="1" dirty="0">
                <a:solidFill>
                  <a:srgbClr val="181C1E"/>
                </a:solidFill>
              </a:rPr>
              <a:t>MPU6050 IMU</a:t>
            </a:r>
          </a:p>
          <a:p>
            <a:pPr>
              <a:spcBef>
                <a:spcPts val="0"/>
              </a:spcBef>
              <a:spcAft>
                <a:spcPts val="0"/>
              </a:spcAft>
              <a:buNone/>
            </a:pPr>
            <a:r>
              <a:rPr lang="en-US" sz="1000" dirty="0">
                <a:solidFill>
                  <a:srgbClr val="5E5D5A"/>
                </a:solidFill>
              </a:rPr>
              <a:t>I2C1 · pins 3/5 · FIFO 200 Hz</a:t>
            </a:r>
          </a:p>
        </p:txBody>
      </p:sp>
      <p:cxnSp>
        <p:nvCxnSpPr>
          <p:cNvPr id="402" name="Arrow"/>
          <p:cNvCxnSpPr/>
          <p:nvPr/>
        </p:nvCxnSpPr>
        <p:spPr>
          <a:xfrm>
            <a:off x="3154680" y="1837944"/>
            <a:ext cx="457200" cy="0"/>
          </a:xfrm>
          <a:prstGeom prst="straightConnector1">
            <a:avLst/>
          </a:prstGeom>
          <a:ln w="19050">
            <a:solidFill>
              <a:srgbClr val="5E5D5A"/>
            </a:solidFill>
            <a:tailEnd type="triangle" w="med" len="med"/>
          </a:ln>
        </p:spPr>
      </p:cxnSp>
      <p:sp>
        <p:nvSpPr>
          <p:cNvPr id="403" name="Proc 0"/>
          <p:cNvSpPr/>
          <p:nvPr/>
        </p:nvSpPr>
        <p:spPr>
          <a:xfrm>
            <a:off x="3630168" y="1554480"/>
            <a:ext cx="2331720" cy="566928"/>
          </a:xfrm>
          <a:prstGeom prst="roundRect">
            <a:avLst>
              <a:gd name="adj" fmla="val 10000"/>
            </a:avLst>
          </a:prstGeom>
          <a:solidFill>
            <a:srgbClr val="181C1E"/>
          </a:solidFill>
          <a:ln>
            <a:noFill/>
          </a:ln>
        </p:spPr>
        <p:txBody>
          <a:bodyPr wrap="square" lIns="73152" tIns="73152" rIns="73152" bIns="73152" rtlCol="0" anchor="ctr">
            <a:noAutofit/>
          </a:bodyPr>
          <a:lstStyle/>
          <a:p>
            <a:pPr>
              <a:spcBef>
                <a:spcPts val="0"/>
              </a:spcBef>
              <a:spcAft>
                <a:spcPts val="0"/>
              </a:spcAft>
              <a:buNone/>
            </a:pPr>
            <a:r>
              <a:rPr lang="en-US" sz="1200" b="1" dirty="0">
                <a:solidFill>
                  <a:srgbClr val="FFFFFF"/>
                </a:solidFill>
              </a:rPr>
              <a:t>imu process</a:t>
            </a:r>
          </a:p>
          <a:p>
            <a:pPr>
              <a:spcBef>
                <a:spcPts val="0"/>
              </a:spcBef>
              <a:spcAft>
                <a:spcPts val="0"/>
              </a:spcAft>
              <a:buNone/>
            </a:pPr>
            <a:r>
              <a:rPr lang="en-US" sz="1000" dirty="0">
                <a:solidFill>
                  <a:srgbClr val="FFFFFF"/>
                </a:solidFill>
              </a:rPr>
              <a:t>batch + timestamps + drift</a:t>
            </a:r>
          </a:p>
        </p:txBody>
      </p:sp>
      <p:cxnSp>
        <p:nvCxnSpPr>
          <p:cNvPr id="404" name="Arrow"/>
          <p:cNvCxnSpPr/>
          <p:nvPr/>
        </p:nvCxnSpPr>
        <p:spPr>
          <a:xfrm>
            <a:off x="5980176" y="1837944"/>
            <a:ext cx="649224" cy="713232"/>
          </a:xfrm>
          <a:prstGeom prst="straightConnector1">
            <a:avLst/>
          </a:prstGeom>
          <a:ln w="19050">
            <a:solidFill>
              <a:srgbClr val="5E5D5A"/>
            </a:solidFill>
            <a:tailEnd type="triangle" w="med" len="med"/>
          </a:ln>
        </p:spPr>
      </p:cxnSp>
      <p:sp>
        <p:nvSpPr>
          <p:cNvPr id="405" name="HW 1"/>
          <p:cNvSpPr/>
          <p:nvPr/>
        </p:nvSpPr>
        <p:spPr>
          <a:xfrm>
            <a:off x="621792" y="2267712"/>
            <a:ext cx="2514600" cy="566928"/>
          </a:xfrm>
          <a:prstGeom prst="roundRect">
            <a:avLst>
              <a:gd name="adj" fmla="val 10000"/>
            </a:avLst>
          </a:prstGeom>
          <a:solidFill>
            <a:srgbClr val="F3F1EE"/>
          </a:solidFill>
          <a:ln>
            <a:noFill/>
          </a:ln>
        </p:spPr>
        <p:txBody>
          <a:bodyPr wrap="square" lIns="73152" tIns="73152" rIns="73152" bIns="73152" rtlCol="0" anchor="ctr">
            <a:noAutofit/>
          </a:bodyPr>
          <a:lstStyle/>
          <a:p>
            <a:pPr>
              <a:spcBef>
                <a:spcPts val="0"/>
              </a:spcBef>
              <a:spcAft>
                <a:spcPts val="0"/>
              </a:spcAft>
              <a:buNone/>
            </a:pPr>
            <a:r>
              <a:rPr lang="en-US" sz="1200" b="1" dirty="0">
                <a:solidFill>
                  <a:srgbClr val="181C1E"/>
                </a:solidFill>
              </a:rPr>
              <a:t>HC-SR04 ultrasonic</a:t>
            </a:r>
          </a:p>
          <a:p>
            <a:pPr>
              <a:spcBef>
                <a:spcPts val="0"/>
              </a:spcBef>
              <a:spcAft>
                <a:spcPts val="0"/>
              </a:spcAft>
              <a:buNone/>
            </a:pPr>
            <a:r>
              <a:rPr lang="en-US" sz="1000" dirty="0">
                <a:solidFill>
                  <a:srgbClr val="5E5D5A"/>
                </a:solidFill>
              </a:rPr>
              <a:t>GPIO23 trig · GPIO24 echo · IRQ 145</a:t>
            </a:r>
          </a:p>
        </p:txBody>
      </p:sp>
      <p:cxnSp>
        <p:nvCxnSpPr>
          <p:cNvPr id="406" name="Arrow"/>
          <p:cNvCxnSpPr/>
          <p:nvPr/>
        </p:nvCxnSpPr>
        <p:spPr>
          <a:xfrm>
            <a:off x="3154680" y="2551176"/>
            <a:ext cx="457200" cy="0"/>
          </a:xfrm>
          <a:prstGeom prst="straightConnector1">
            <a:avLst/>
          </a:prstGeom>
          <a:ln w="19050">
            <a:solidFill>
              <a:srgbClr val="5E5D5A"/>
            </a:solidFill>
            <a:tailEnd type="triangle" w="med" len="med"/>
          </a:ln>
        </p:spPr>
      </p:cxnSp>
      <p:sp>
        <p:nvSpPr>
          <p:cNvPr id="407" name="Proc 1"/>
          <p:cNvSpPr/>
          <p:nvPr/>
        </p:nvSpPr>
        <p:spPr>
          <a:xfrm>
            <a:off x="3630168" y="2267712"/>
            <a:ext cx="2331720" cy="566928"/>
          </a:xfrm>
          <a:prstGeom prst="roundRect">
            <a:avLst>
              <a:gd name="adj" fmla="val 10000"/>
            </a:avLst>
          </a:prstGeom>
          <a:solidFill>
            <a:srgbClr val="181C1E"/>
          </a:solidFill>
          <a:ln>
            <a:noFill/>
          </a:ln>
        </p:spPr>
        <p:txBody>
          <a:bodyPr wrap="square" lIns="73152" tIns="73152" rIns="73152" bIns="73152" rtlCol="0" anchor="ctr">
            <a:noAutofit/>
          </a:bodyPr>
          <a:lstStyle/>
          <a:p>
            <a:pPr>
              <a:spcBef>
                <a:spcPts val="0"/>
              </a:spcBef>
              <a:spcAft>
                <a:spcPts val="0"/>
              </a:spcAft>
              <a:buNone/>
            </a:pPr>
            <a:r>
              <a:rPr lang="en-US" sz="1200" b="1" dirty="0">
                <a:solidFill>
                  <a:srgbClr val="FFFFFF"/>
                </a:solidFill>
              </a:rPr>
              <a:t>ultrasonic process</a:t>
            </a:r>
          </a:p>
          <a:p>
            <a:pPr>
              <a:spcBef>
                <a:spcPts val="0"/>
              </a:spcBef>
              <a:spcAft>
                <a:spcPts val="0"/>
              </a:spcAft>
              <a:buNone/>
            </a:pPr>
            <a:r>
              <a:rPr lang="en-US" sz="1000" dirty="0">
                <a:solidFill>
                  <a:srgbClr val="FFFFFF"/>
                </a:solidFill>
              </a:rPr>
              <a:t>echo timing + tracker</a:t>
            </a:r>
          </a:p>
        </p:txBody>
      </p:sp>
      <p:cxnSp>
        <p:nvCxnSpPr>
          <p:cNvPr id="408" name="Arrow"/>
          <p:cNvCxnSpPr/>
          <p:nvPr/>
        </p:nvCxnSpPr>
        <p:spPr>
          <a:xfrm>
            <a:off x="5980176" y="2551176"/>
            <a:ext cx="649224" cy="0"/>
          </a:xfrm>
          <a:prstGeom prst="straightConnector1">
            <a:avLst/>
          </a:prstGeom>
          <a:ln w="19050">
            <a:solidFill>
              <a:srgbClr val="5E5D5A"/>
            </a:solidFill>
            <a:tailEnd type="triangle" w="med" len="med"/>
          </a:ln>
        </p:spPr>
      </p:cxnSp>
      <p:sp>
        <p:nvSpPr>
          <p:cNvPr id="409" name="HW 2"/>
          <p:cNvSpPr/>
          <p:nvPr/>
        </p:nvSpPr>
        <p:spPr>
          <a:xfrm>
            <a:off x="621792" y="2980944"/>
            <a:ext cx="2514600" cy="566928"/>
          </a:xfrm>
          <a:prstGeom prst="roundRect">
            <a:avLst>
              <a:gd name="adj" fmla="val 10000"/>
            </a:avLst>
          </a:prstGeom>
          <a:solidFill>
            <a:srgbClr val="F3F1EE"/>
          </a:solidFill>
          <a:ln>
            <a:noFill/>
          </a:ln>
        </p:spPr>
        <p:txBody>
          <a:bodyPr wrap="square" lIns="73152" tIns="73152" rIns="73152" bIns="73152" rtlCol="0" anchor="ctr">
            <a:noAutofit/>
          </a:bodyPr>
          <a:lstStyle/>
          <a:p>
            <a:pPr>
              <a:spcBef>
                <a:spcPts val="0"/>
              </a:spcBef>
              <a:spcAft>
                <a:spcPts val="0"/>
              </a:spcAft>
              <a:buNone/>
            </a:pPr>
            <a:r>
              <a:rPr lang="en-US" sz="1200" b="1" dirty="0">
                <a:solidFill>
                  <a:srgbClr val="181C1E"/>
                </a:solidFill>
              </a:rPr>
              <a:t>Logitech C920</a:t>
            </a:r>
          </a:p>
          <a:p>
            <a:pPr>
              <a:spcBef>
                <a:spcPts val="0"/>
              </a:spcBef>
              <a:spcAft>
                <a:spcPts val="0"/>
              </a:spcAft>
              <a:buNone/>
            </a:pPr>
            <a:r>
              <a:rPr lang="en-US" sz="1000" dirty="0">
                <a:solidFill>
                  <a:srgbClr val="5E5D5A"/>
                </a:solidFill>
              </a:rPr>
              <a:t>USB 3 · Sensor Framework unit 4</a:t>
            </a:r>
          </a:p>
        </p:txBody>
      </p:sp>
      <p:cxnSp>
        <p:nvCxnSpPr>
          <p:cNvPr id="410" name="Arrow"/>
          <p:cNvCxnSpPr/>
          <p:nvPr/>
        </p:nvCxnSpPr>
        <p:spPr>
          <a:xfrm>
            <a:off x="3154680" y="3264408"/>
            <a:ext cx="457200" cy="0"/>
          </a:xfrm>
          <a:prstGeom prst="straightConnector1">
            <a:avLst/>
          </a:prstGeom>
          <a:ln w="19050">
            <a:solidFill>
              <a:srgbClr val="5E5D5A"/>
            </a:solidFill>
            <a:tailEnd type="triangle" w="med" len="med"/>
          </a:ln>
        </p:spPr>
      </p:cxnSp>
      <p:sp>
        <p:nvSpPr>
          <p:cNvPr id="411" name="Proc 2"/>
          <p:cNvSpPr/>
          <p:nvPr/>
        </p:nvSpPr>
        <p:spPr>
          <a:xfrm>
            <a:off x="3630168" y="2980944"/>
            <a:ext cx="2331720" cy="566928"/>
          </a:xfrm>
          <a:prstGeom prst="roundRect">
            <a:avLst>
              <a:gd name="adj" fmla="val 10000"/>
            </a:avLst>
          </a:prstGeom>
          <a:solidFill>
            <a:srgbClr val="181C1E"/>
          </a:solidFill>
          <a:ln>
            <a:noFill/>
          </a:ln>
        </p:spPr>
        <p:txBody>
          <a:bodyPr wrap="square" lIns="73152" tIns="73152" rIns="73152" bIns="73152" rtlCol="0" anchor="ctr">
            <a:noAutofit/>
          </a:bodyPr>
          <a:lstStyle/>
          <a:p>
            <a:pPr>
              <a:spcBef>
                <a:spcPts val="0"/>
              </a:spcBef>
              <a:spcAft>
                <a:spcPts val="0"/>
              </a:spcAft>
              <a:buNone/>
            </a:pPr>
            <a:r>
              <a:rPr lang="en-US" sz="1200" b="1" dirty="0">
                <a:solidFill>
                  <a:srgbClr val="FFFFFF"/>
                </a:solidFill>
              </a:rPr>
              <a:t>camera process</a:t>
            </a:r>
          </a:p>
          <a:p>
            <a:pPr>
              <a:spcBef>
                <a:spcPts val="0"/>
              </a:spcBef>
              <a:spcAft>
                <a:spcPts val="0"/>
              </a:spcAft>
              <a:buNone/>
            </a:pPr>
            <a:r>
              <a:rPr lang="en-US" sz="1000" dirty="0">
                <a:solidFill>
                  <a:srgbClr val="FFFFFF"/>
                </a:solidFill>
              </a:rPr>
              <a:t>colour target + expansion TTC</a:t>
            </a:r>
          </a:p>
        </p:txBody>
      </p:sp>
      <p:cxnSp>
        <p:nvCxnSpPr>
          <p:cNvPr id="412" name="Arrow"/>
          <p:cNvCxnSpPr/>
          <p:nvPr/>
        </p:nvCxnSpPr>
        <p:spPr>
          <a:xfrm flipV="1">
            <a:off x="5980176" y="2551176"/>
            <a:ext cx="649224" cy="713232"/>
          </a:xfrm>
          <a:prstGeom prst="straightConnector1">
            <a:avLst/>
          </a:prstGeom>
          <a:ln w="19050">
            <a:solidFill>
              <a:srgbClr val="5E5D5A"/>
            </a:solidFill>
            <a:tailEnd type="triangle" w="med" len="med"/>
          </a:ln>
        </p:spPr>
      </p:cxnSp>
      <p:sp>
        <p:nvSpPr>
          <p:cNvPr id="413" name="Fusion"/>
          <p:cNvSpPr/>
          <p:nvPr/>
        </p:nvSpPr>
        <p:spPr>
          <a:xfrm>
            <a:off x="6647688" y="2084832"/>
            <a:ext cx="2514600" cy="932688"/>
          </a:xfrm>
          <a:prstGeom prst="roundRect">
            <a:avLst>
              <a:gd name="adj" fmla="val 10000"/>
            </a:avLst>
          </a:prstGeom>
          <a:solidFill>
            <a:srgbClr val="FF443A"/>
          </a:solidFill>
          <a:ln>
            <a:noFill/>
          </a:ln>
        </p:spPr>
        <p:txBody>
          <a:bodyPr wrap="square" lIns="73152" tIns="73152" rIns="73152" bIns="73152" rtlCol="0" anchor="ctr">
            <a:noAutofit/>
          </a:bodyPr>
          <a:lstStyle/>
          <a:p>
            <a:pPr>
              <a:spcBef>
                <a:spcPts val="0"/>
              </a:spcBef>
              <a:spcAft>
                <a:spcPts val="0"/>
              </a:spcAft>
              <a:buNone/>
            </a:pPr>
            <a:r>
              <a:rPr lang="en-US" sz="1300" b="1" dirty="0">
                <a:solidFill>
                  <a:srgbClr val="FFFFFF"/>
                </a:solidFill>
              </a:rPr>
              <a:t>fusion server</a:t>
            </a:r>
          </a:p>
          <a:p>
            <a:pPr>
              <a:spcBef>
                <a:spcPts val="0"/>
              </a:spcBef>
              <a:spcAft>
                <a:spcPts val="0"/>
              </a:spcAft>
              <a:buNone/>
            </a:pPr>
            <a:r>
              <a:rPr lang="en-US" sz="1000" dirty="0">
                <a:solidFill>
                  <a:srgbClr val="FFFFFF"/>
                </a:solidFill>
              </a:rPr>
              <a:t>Kalman · TTC · decision</a:t>
            </a:r>
          </a:p>
          <a:p>
            <a:pPr>
              <a:spcBef>
                <a:spcPts val="0"/>
              </a:spcBef>
              <a:spcAft>
                <a:spcPts val="0"/>
              </a:spcAft>
              <a:buNone/>
            </a:pPr>
            <a:r>
              <a:rPr lang="en-US" sz="1000" dirty="0">
                <a:solidFill>
                  <a:srgbClr val="FFFFFF"/>
                </a:solidFill>
              </a:rPr>
              <a:t>50 Hz, 20 ms deadline</a:t>
            </a:r>
          </a:p>
        </p:txBody>
      </p:sp>
      <p:cxnSp>
        <p:nvCxnSpPr>
          <p:cNvPr id="414" name="Arrow"/>
          <p:cNvCxnSpPr/>
          <p:nvPr/>
        </p:nvCxnSpPr>
        <p:spPr>
          <a:xfrm>
            <a:off x="9180576" y="2551176"/>
            <a:ext cx="466344" cy="0"/>
          </a:xfrm>
          <a:prstGeom prst="straightConnector1">
            <a:avLst/>
          </a:prstGeom>
          <a:ln w="19050">
            <a:solidFill>
              <a:srgbClr val="5E5D5A"/>
            </a:solidFill>
            <a:tailEnd type="triangle" w="med" len="med"/>
          </a:ln>
        </p:spPr>
      </p:cxnSp>
      <p:sp>
        <p:nvSpPr>
          <p:cNvPr id="415" name="Dashboard"/>
          <p:cNvSpPr/>
          <p:nvPr/>
        </p:nvSpPr>
        <p:spPr>
          <a:xfrm>
            <a:off x="9665208" y="2084832"/>
            <a:ext cx="1901952" cy="932688"/>
          </a:xfrm>
          <a:prstGeom prst="roundRect">
            <a:avLst>
              <a:gd name="adj" fmla="val 10000"/>
            </a:avLst>
          </a:prstGeom>
          <a:solidFill>
            <a:srgbClr val="F4EBE1"/>
          </a:solidFill>
          <a:ln>
            <a:noFill/>
          </a:ln>
        </p:spPr>
        <p:txBody>
          <a:bodyPr wrap="square" lIns="73152" tIns="73152" rIns="73152" bIns="73152" rtlCol="0" anchor="ctr">
            <a:noAutofit/>
          </a:bodyPr>
          <a:lstStyle/>
          <a:p>
            <a:pPr>
              <a:spcBef>
                <a:spcPts val="0"/>
              </a:spcBef>
              <a:spcAft>
                <a:spcPts val="0"/>
              </a:spcAft>
              <a:buNone/>
            </a:pPr>
            <a:r>
              <a:rPr lang="en-US" sz="1200" b="1" dirty="0">
                <a:solidFill>
                  <a:srgbClr val="181C1E"/>
                </a:solidFill>
              </a:rPr>
              <a:t>dashboard</a:t>
            </a:r>
          </a:p>
          <a:p>
            <a:pPr>
              <a:spcBef>
                <a:spcPts val="0"/>
              </a:spcBef>
              <a:spcAft>
                <a:spcPts val="0"/>
              </a:spcAft>
              <a:buNone/>
            </a:pPr>
            <a:r>
              <a:rPr lang="en-US" sz="1000" dirty="0">
                <a:solidFill>
                  <a:srgbClr val="5E5D5A"/>
                </a:solidFill>
              </a:rPr>
              <a:t>reads shared memory</a:t>
            </a:r>
          </a:p>
        </p:txBody>
      </p:sp>
      <p:sp>
        <p:nvSpPr>
          <p:cNvPr id="416" name="IPC label"/>
          <p:cNvSpPr txBox="1"/>
          <p:nvPr/>
        </p:nvSpPr>
        <p:spPr>
          <a:xfrm>
            <a:off x="5852160" y="3611880"/>
            <a:ext cx="3657600" cy="274320"/>
          </a:xfrm>
          <a:prstGeom prst="roundRect">
            <a:avLst>
              <a:gd name="adj" fmla="val 10000"/>
            </a:avLst>
          </a:prstGeom>
          <a:noFill/>
          <a:ln>
            <a:noFill/>
          </a:ln>
        </p:spPr>
        <p:txBody>
          <a:bodyPr wrap="square" lIns="0" tIns="0" rIns="0" bIns="0" rtlCol="0" anchor="t">
            <a:noAutofit/>
          </a:bodyPr>
          <a:lstStyle/>
          <a:p>
            <a:pPr algn="ctr">
              <a:spcBef>
                <a:spcPts val="0"/>
              </a:spcBef>
              <a:spcAft>
                <a:spcPts val="0"/>
              </a:spcAft>
              <a:buNone/>
            </a:pPr>
            <a:r>
              <a:rPr lang="en-US" sz="1000" i="1" dirty="0">
                <a:solidFill>
                  <a:srgbClr val="5E5D5A"/>
                </a:solidFill>
              </a:rPr>
              <a:t>IOV messages + pulses</a:t>
            </a:r>
          </a:p>
        </p:txBody>
      </p:sp>
      <p:sp>
        <p:nvSpPr>
          <p:cNvPr id="417" name="RPi integration"/>
          <p:cNvSpPr txBox="1"/>
          <p:nvPr/>
        </p:nvSpPr>
        <p:spPr>
          <a:xfrm>
            <a:off x="621792" y="4069080"/>
            <a:ext cx="5349240" cy="2011680"/>
          </a:xfrm>
          <a:prstGeom prst="roundRect">
            <a:avLst>
              <a:gd name="adj" fmla="val 10000"/>
            </a:avLst>
          </a:prstGeom>
          <a:noFill/>
          <a:ln>
            <a:noFill/>
          </a:ln>
        </p:spPr>
        <p:txBody>
          <a:bodyPr wrap="square" lIns="0" tIns="0" rIns="0" bIns="0" rtlCol="0" anchor="t">
            <a:noAutofit/>
          </a:bodyPr>
          <a:lstStyle/>
          <a:p>
            <a:pPr>
              <a:spcBef>
                <a:spcPts val="0"/>
              </a:spcBef>
              <a:spcAft>
                <a:spcPts val="500"/>
              </a:spcAft>
              <a:buNone/>
            </a:pPr>
            <a:r>
              <a:rPr lang="en-US" sz="1500" b="1" dirty="0">
                <a:solidFill>
                  <a:srgbClr val="FF443A"/>
                </a:solidFill>
              </a:rPr>
              <a:t>RPi integration</a:t>
            </a:r>
          </a:p>
          <a:p>
            <a:pPr>
              <a:spcBef>
                <a:spcPts val="0"/>
              </a:spcBef>
              <a:spcAft>
                <a:spcPts val="400"/>
              </a:spcAft>
              <a:buNone/>
            </a:pPr>
            <a:r>
              <a:rPr lang="en-US" sz="1250" dirty="0"/>
              <a:t>I2C1 (</a:t>
            </a:r>
            <a:r>
              <a:rPr lang="en-US" sz="1250" b="1" dirty="0"/>
              <a:t>/dev/i2c1</a:t>
            </a:r>
            <a:r>
              <a:rPr lang="en-US" sz="1250" dirty="0"/>
              <a:t>, 400 kHz): MPU6050 hardware FIFO drained every 20 ms, so no sample is lost if the reader is late.</a:t>
            </a:r>
          </a:p>
          <a:p>
            <a:pPr>
              <a:spcBef>
                <a:spcPts val="0"/>
              </a:spcBef>
              <a:spcAft>
                <a:spcPts val="400"/>
              </a:spcAft>
              <a:buNone/>
            </a:pPr>
            <a:r>
              <a:rPr lang="en-US" sz="1250" dirty="0"/>
              <a:t>GPIO23/24 with a 5 V→3.3 V divider: edge detect raises </a:t>
            </a:r>
            <a:r>
              <a:rPr lang="en-US" sz="1250" b="1" dirty="0"/>
              <a:t>IRQ 145</a:t>
            </a:r>
            <a:r>
              <a:rPr lang="en-US" sz="1250" dirty="0"/>
              <a:t> (InterruptAttachEvent → pulse). Echo timed with the 54 MHz ARM counter.</a:t>
            </a:r>
          </a:p>
          <a:p>
            <a:pPr>
              <a:spcBef>
                <a:spcPts val="0"/>
              </a:spcBef>
              <a:spcAft>
                <a:spcPts val="0"/>
              </a:spcAft>
              <a:buNone/>
            </a:pPr>
            <a:r>
              <a:rPr lang="en-US" sz="1250" dirty="0"/>
              <a:t>USB 3: C920 through the QNX Sensor Framework, 640×480 at 30 fps, frame timestamps on CLOCK_MONOTONIC.</a:t>
            </a:r>
          </a:p>
        </p:txBody>
      </p:sp>
      <p:sp>
        <p:nvSpPr>
          <p:cNvPr id="418" name="Logic"/>
          <p:cNvSpPr txBox="1"/>
          <p:nvPr/>
        </p:nvSpPr>
        <p:spPr>
          <a:xfrm>
            <a:off x="6263640" y="4069080"/>
            <a:ext cx="5303520" cy="2011680"/>
          </a:xfrm>
          <a:prstGeom prst="roundRect">
            <a:avLst>
              <a:gd name="adj" fmla="val 10000"/>
            </a:avLst>
          </a:prstGeom>
          <a:noFill/>
          <a:ln>
            <a:noFill/>
          </a:ln>
        </p:spPr>
        <p:txBody>
          <a:bodyPr wrap="square" lIns="0" tIns="0" rIns="0" bIns="0" rtlCol="0" anchor="t">
            <a:noAutofit/>
          </a:bodyPr>
          <a:lstStyle/>
          <a:p>
            <a:pPr>
              <a:spcBef>
                <a:spcPts val="0"/>
              </a:spcBef>
              <a:spcAft>
                <a:spcPts val="500"/>
              </a:spcAft>
              <a:buNone/>
            </a:pPr>
            <a:r>
              <a:rPr lang="en-US" sz="1500" b="1" dirty="0">
                <a:solidFill>
                  <a:srgbClr val="FF443A"/>
                </a:solidFill>
              </a:rPr>
              <a:t>The logic</a:t>
            </a:r>
          </a:p>
          <a:p>
            <a:pPr>
              <a:spcBef>
                <a:spcPts val="0"/>
              </a:spcBef>
              <a:spcAft>
                <a:spcPts val="400"/>
              </a:spcAft>
              <a:buNone/>
            </a:pPr>
            <a:r>
              <a:rPr lang="en-US" sz="1250" b="1" dirty="0"/>
              <a:t>2-state Kalman filter</a:t>
            </a:r>
            <a:r>
              <a:rPr lang="en-US" sz="1250" dirty="0"/>
              <a:t> [distance, closing speed]; IMU ego-acceleration as input; each measurement aligned to "now" by its age.</a:t>
            </a:r>
          </a:p>
          <a:p>
            <a:pPr>
              <a:spcBef>
                <a:spcPts val="0"/>
              </a:spcBef>
              <a:spcAft>
                <a:spcPts val="400"/>
              </a:spcAft>
              <a:buNone/>
            </a:pPr>
            <a:r>
              <a:rPr lang="en-US" sz="1250" b="1" dirty="0"/>
              <a:t>Online cross-calibration:</a:t>
            </a:r>
            <a:r>
              <a:rPr lang="en-US" sz="1250" dirty="0"/>
              <a:t> K = ultrasonic distance × camera size, so the camera alone gives distance if the ultrasonic fails.</a:t>
            </a:r>
          </a:p>
          <a:p>
            <a:pPr>
              <a:spcBef>
                <a:spcPts val="0"/>
              </a:spcBef>
              <a:spcAft>
                <a:spcPts val="0"/>
              </a:spcAft>
              <a:buNone/>
            </a:pPr>
            <a:r>
              <a:rPr lang="en-US" sz="1250" b="1" dirty="0"/>
              <a:t>Decision:</a:t>
            </a:r>
            <a:r>
              <a:rPr lang="en-US" sz="1250" dirty="0"/>
              <a:t> TTC = distance ÷ closing speed plus distance floors, with 200 ms hysteresis.</a:t>
            </a:r>
          </a:p>
        </p:txBody>
      </p:sp>
    </p:spTree>
    <p:extLst>
      <p:ext uri="{BB962C8B-B14F-4D97-AF65-F5344CB8AC3E}">
        <p14:creationId xmlns:p14="http://schemas.microsoft.com/office/powerpoint/2010/main" val="3731999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34FA9-E1B4-8466-BD8D-B0FB99C0ABD0}"/>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58A84091-A99D-82C0-0886-0B8A6DF0D3E8}"/>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BA08878D-F475-89A8-C865-0D7A44D2C273}"/>
              </a:ext>
            </a:extLst>
          </p:cNvPr>
          <p:cNvSpPr>
            <a:spLocks noGrp="1"/>
          </p:cNvSpPr>
          <p:nvPr>
            <p:ph type="title"/>
          </p:nvPr>
        </p:nvSpPr>
        <p:spPr bwMode="gray">
          <a:xfrm>
            <a:off x="623888" y="620687"/>
            <a:ext cx="10944224" cy="504000"/>
          </a:xfrm>
        </p:spPr>
        <p:txBody>
          <a:bodyPr/>
          <a:lstStyle/>
          <a:p>
            <a:r>
              <a:rPr lang="en-US" dirty="0"/>
              <a:t>Resilience &amp; "The Hack" Response</a:t>
            </a:r>
          </a:p>
        </p:txBody>
      </p:sp>
      <p:sp>
        <p:nvSpPr>
          <p:cNvPr id="5" name="Textplatzhalter 4">
            <a:extLst>
              <a:ext uri="{FF2B5EF4-FFF2-40B4-BE49-F238E27FC236}">
                <a16:creationId xmlns:a16="http://schemas.microsoft.com/office/drawing/2014/main" id="{BA62FEF8-2D04-DA96-487E-8CB2CEF0D171}"/>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GB"/>
              <a:t>Design and Execution</a:t>
            </a:r>
          </a:p>
        </p:txBody>
      </p:sp>
      <p:graphicFrame>
        <p:nvGraphicFramePr>
          <p:cNvPr id="501" name="Resilience table"/>
          <p:cNvGraphicFramePr>
            <a:graphicFrameLocks noGrp="1"/>
          </p:cNvGraphicFramePr>
          <p:nvPr/>
        </p:nvGraphicFramePr>
        <p:xfrm>
          <a:off x="621792" y="1600200"/>
          <a:ext cx="10945368" cy="3584448"/>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2167128">
                  <a:extLst>
                    <a:ext uri="{9D8B030D-6E8A-4147-A177-3AD203B41FA5}">
                      <a16:colId xmlns:a16="http://schemas.microsoft.com/office/drawing/2014/main" val="20003"/>
                    </a:ext>
                  </a:extLst>
                </a:gridCol>
              </a:tblGrid>
              <a:tr h="512064">
                <a:tc>
                  <a:txBody>
                    <a:bodyPr/>
                    <a:lstStyle/>
                    <a:p>
                      <a:pPr>
                        <a:buNone/>
                      </a:pPr>
                      <a:r>
                        <a:rPr lang="en-US" sz="1100" b="1" dirty="0">
                          <a:solidFill>
                            <a:srgbClr val="FFFFFF"/>
                          </a:solidFill>
                        </a:rPr>
                        <a:t>Stress applied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How it is detected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How the system stays alive</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tc>
                  <a:txBody>
                    <a:bodyPr/>
                    <a:lstStyle/>
                    <a:p>
                      <a:pPr>
                        <a:buNone/>
                      </a:pPr>
                      <a:r>
                        <a:rPr lang="en-US" sz="1100" b="1" dirty="0">
                          <a:solidFill>
                            <a:srgbClr val="FFFFFF"/>
                          </a:solidFill>
                        </a:rPr>
                        <a:t>Observed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181C1E"/>
                    </a:solidFill>
                  </a:tcPr>
                </a:tc>
                <a:extLst>
                  <a:ext uri="{0D108BD9-81ED-4DB2-BD59-A6C34878D82A}">
                    <a16:rowId xmlns:a16="http://schemas.microsoft.com/office/drawing/2014/main" val="10000"/>
                  </a:ext>
                </a:extLst>
              </a:tr>
              <a:tr h="512064">
                <a:tc>
                  <a:txBody>
                    <a:bodyPr/>
                    <a:lstStyle/>
                    <a:p>
                      <a:pPr>
                        <a:buNone/>
                      </a:pPr>
                      <a:r>
                        <a:rPr lang="en-US" sz="1100" b="1" dirty="0">
                          <a:solidFill>
                            <a:srgbClr val="181C1E"/>
                          </a:solidFill>
                        </a:rPr>
                        <a:t>Sensor process killed (slay ultrasonic)</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Kernel disconnect pulse to fusion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Sensor OFFLINE in the same cycle; camera keeps the track</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disconnects 1, misses 0</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extLst>
                  <a:ext uri="{0D108BD9-81ED-4DB2-BD59-A6C34878D82A}">
                    <a16:rowId xmlns:a16="http://schemas.microsoft.com/office/drawing/2014/main" val="10001"/>
                  </a:ext>
                </a:extLst>
              </a:tr>
              <a:tr h="512064">
                <a:tc>
                  <a:txBody>
                    <a:bodyPr/>
                    <a:lstStyle/>
                    <a:p>
                      <a:pPr>
                        <a:buNone/>
                      </a:pPr>
                      <a:r>
                        <a:rPr lang="en-US" sz="1100" b="1" dirty="0">
                          <a:solidFill>
                            <a:srgbClr val="181C1E"/>
                          </a:solidFill>
                        </a:rPr>
                        <a:t>Process restarted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name_open() retried every 1 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Reconnects by name, resumes data</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back online in ≤ 1 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extLst>
                  <a:ext uri="{0D108BD9-81ED-4DB2-BD59-A6C34878D82A}">
                    <a16:rowId xmlns:a16="http://schemas.microsoft.com/office/drawing/2014/main" val="10002"/>
                  </a:ext>
                </a:extLst>
              </a:tr>
              <a:tr h="512064">
                <a:tc>
                  <a:txBody>
                    <a:bodyPr/>
                    <a:lstStyle/>
                    <a:p>
                      <a:pPr>
                        <a:buNone/>
                      </a:pPr>
                      <a:r>
                        <a:rPr lang="en-US" sz="1100" b="1" dirty="0">
                          <a:solidFill>
                            <a:srgbClr val="181C1E"/>
                          </a:solidFill>
                        </a:rPr>
                        <a:t>Sensor alive but silent</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Stale-data watchdog, 500 ms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Marked DEGRADED, left out of the filter</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by design</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extLst>
                  <a:ext uri="{0D108BD9-81ED-4DB2-BD59-A6C34878D82A}">
                    <a16:rowId xmlns:a16="http://schemas.microsoft.com/office/drawing/2014/main" val="10003"/>
                  </a:ext>
                </a:extLst>
              </a:tr>
              <a:tr h="512064">
                <a:tc>
                  <a:txBody>
                    <a:bodyPr/>
                    <a:lstStyle/>
                    <a:p>
                      <a:pPr>
                        <a:buNone/>
                      </a:pPr>
                      <a:r>
                        <a:rPr lang="en-US" sz="1100" b="1" dirty="0">
                          <a:solidFill>
                            <a:srgbClr val="181C1E"/>
                          </a:solidFill>
                        </a:rPr>
                        <a:t>Lost / stray ultrasonic echoes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2-echo confirmation, 4σ gate</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Stray echo ignored; NO TARGET after 3 misses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stray 0.33 m echo rejected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extLst>
                  <a:ext uri="{0D108BD9-81ED-4DB2-BD59-A6C34878D82A}">
                    <a16:rowId xmlns:a16="http://schemas.microsoft.com/office/drawing/2014/main" val="10004"/>
                  </a:ext>
                </a:extLst>
              </a:tr>
              <a:tr h="512064">
                <a:tc>
                  <a:txBody>
                    <a:bodyPr/>
                    <a:lstStyle/>
                    <a:p>
                      <a:pPr>
                        <a:buNone/>
                      </a:pPr>
                      <a:r>
                        <a:rPr lang="en-US" sz="1100" b="1" dirty="0">
                          <a:solidFill>
                            <a:srgbClr val="181C1E"/>
                          </a:solidFill>
                        </a:rPr>
                        <a:t>I2C bus errors on the IMU</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5 consecutive errors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FAULT, then automatic re-init about once a second</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tc>
                  <a:txBody>
                    <a:bodyPr/>
                    <a:lstStyle/>
                    <a:p>
                      <a:pPr>
                        <a:buNone/>
                      </a:pPr>
                      <a:r>
                        <a:rPr lang="en-US" sz="1100" dirty="0">
                          <a:solidFill>
                            <a:srgbClr val="181C1E"/>
                          </a:solidFill>
                        </a:rPr>
                        <a:t>0 errors in 4 025 samples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FFFFF"/>
                    </a:solidFill>
                  </a:tcPr>
                </a:tc>
                <a:extLst>
                  <a:ext uri="{0D108BD9-81ED-4DB2-BD59-A6C34878D82A}">
                    <a16:rowId xmlns:a16="http://schemas.microsoft.com/office/drawing/2014/main" val="10005"/>
                  </a:ext>
                </a:extLst>
              </a:tr>
              <a:tr h="512064">
                <a:tc>
                  <a:txBody>
                    <a:bodyPr/>
                    <a:lstStyle/>
                    <a:p>
                      <a:pPr>
                        <a:buNone/>
                      </a:pPr>
                      <a:r>
                        <a:rPr lang="en-US" sz="1100" b="1" dirty="0">
                          <a:solidFill>
                            <a:srgbClr val="181C1E"/>
                          </a:solidFill>
                        </a:rPr>
                        <a:t>Threshold chatter</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Decision hysteresis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Escalate at once, relax after 200 ms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tc>
                  <a:txBody>
                    <a:bodyPr/>
                    <a:lstStyle/>
                    <a:p>
                      <a:pPr>
                        <a:buNone/>
                      </a:pPr>
                      <a:r>
                        <a:rPr lang="en-US" sz="1100" dirty="0">
                          <a:solidFill>
                            <a:srgbClr val="181C1E"/>
                          </a:solidFill>
                        </a:rPr>
                        <a:t>no flicker in tests</a:t>
                      </a:r>
                    </a:p>
                  </a:txBody>
                  <a:tcPr marL="64008" marR="64008" marT="36576" marB="36576" anchor="ctr">
                    <a:lnL w="6350">
                      <a:solidFill>
                        <a:srgbClr val="D9D4CC"/>
                      </a:solidFill>
                    </a:lnL>
                    <a:lnR w="6350">
                      <a:solidFill>
                        <a:srgbClr val="D9D4CC"/>
                      </a:solidFill>
                    </a:lnR>
                    <a:lnT w="6350">
                      <a:solidFill>
                        <a:srgbClr val="D9D4CC"/>
                      </a:solidFill>
                    </a:lnT>
                    <a:lnB w="6350">
                      <a:solidFill>
                        <a:srgbClr val="D9D4CC"/>
                      </a:solidFill>
                    </a:lnB>
                    <a:solidFill>
                      <a:srgbClr val="F3F1EE"/>
                    </a:solidFill>
                  </a:tcPr>
                </a:tc>
                <a:extLst>
                  <a:ext uri="{0D108BD9-81ED-4DB2-BD59-A6C34878D82A}">
                    <a16:rowId xmlns:a16="http://schemas.microsoft.com/office/drawing/2014/main" val="10006"/>
                  </a:ext>
                </a:extLst>
              </a:tr>
            </a:tbl>
          </a:graphicData>
        </a:graphic>
      </p:graphicFrame>
      <p:sp>
        <p:nvSpPr>
          <p:cNvPr id="502" name="Resilience note"/>
          <p:cNvSpPr txBox="1"/>
          <p:nvPr/>
        </p:nvSpPr>
        <p:spPr>
          <a:xfrm>
            <a:off x="621792" y="5349240"/>
            <a:ext cx="10945368" cy="548640"/>
          </a:xfrm>
          <a:prstGeom prst="roundRect">
            <a:avLst>
              <a:gd name="adj" fmla="val 10000"/>
            </a:avLst>
          </a:prstGeom>
          <a:noFill/>
          <a:ln>
            <a:noFill/>
          </a:ln>
        </p:spPr>
        <p:txBody>
          <a:bodyPr wrap="square" lIns="0" tIns="0" rIns="0" bIns="0" rtlCol="0" anchor="t">
            <a:noAutofit/>
          </a:bodyPr>
          <a:lstStyle/>
          <a:p>
            <a:pPr>
              <a:spcBef>
                <a:spcPts val="0"/>
              </a:spcBef>
              <a:spcAft>
                <a:spcPts val="0"/>
              </a:spcAft>
              <a:buNone/>
            </a:pPr>
            <a:r>
              <a:rPr lang="en-US" sz="1300" b="1" dirty="0"/>
              <a:t>Mitigation in one line: </a:t>
            </a:r>
            <a:r>
              <a:rPr lang="en-US" sz="1300" dirty="0"/>
              <a:t>fault isolation comes from the microkernel (one process per sensor) and fault detection from the kernel itself (disconnect pulses), so fusion never waits on a dead sensor. Next step: QNX HAM to restart failed nodes automatically.</a:t>
            </a:r>
          </a:p>
        </p:txBody>
      </p:sp>
    </p:spTree>
    <p:extLst>
      <p:ext uri="{BB962C8B-B14F-4D97-AF65-F5344CB8AC3E}">
        <p14:creationId xmlns:p14="http://schemas.microsoft.com/office/powerpoint/2010/main" val="547057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8573-C84A-83F4-1C50-1A15F049E709}"/>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DB69A53A-B832-E49D-072C-F7189CBBDAE0}"/>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F5FEC246-0678-518C-D44B-1678663EA76F}"/>
              </a:ext>
            </a:extLst>
          </p:cNvPr>
          <p:cNvSpPr>
            <a:spLocks noGrp="1"/>
          </p:cNvSpPr>
          <p:nvPr>
            <p:ph type="title"/>
          </p:nvPr>
        </p:nvSpPr>
        <p:spPr bwMode="gray">
          <a:xfrm>
            <a:off x="623888" y="620687"/>
            <a:ext cx="10944224" cy="504000"/>
          </a:xfrm>
        </p:spPr>
        <p:txBody>
          <a:bodyPr/>
          <a:lstStyle/>
          <a:p>
            <a:r>
              <a:rPr lang="en-US" dirty="0"/>
              <a:t>Performance Proof (The Profiler Slide)</a:t>
            </a:r>
          </a:p>
        </p:txBody>
      </p:sp>
      <p:sp>
        <p:nvSpPr>
          <p:cNvPr id="4" name="Subtitle 3">
            <a:extLst>
              <a:ext uri="{FF2B5EF4-FFF2-40B4-BE49-F238E27FC236}">
                <a16:creationId xmlns:a16="http://schemas.microsoft.com/office/drawing/2014/main" id="{99E61258-F087-921F-1272-FD8F21AAAE85}"/>
              </a:ext>
            </a:extLst>
          </p:cNvPr>
          <p:cNvSpPr>
            <a:spLocks noGrp="1"/>
          </p:cNvSpPr>
          <p:nvPr>
            <p:ph type="subTitle" idx="16"/>
          </p:nvPr>
        </p:nvSpPr>
        <p:spPr/>
        <p:txBody>
          <a:bodyPr/>
          <a:lstStyle/>
          <a:p>
            <a:r>
              <a:rPr lang="en-US"/>
              <a:t>Demonstration</a:t>
            </a:r>
          </a:p>
        </p:txBody>
      </p:sp>
      <p:pic>
        <p:nvPicPr>
          <p:cNvPr id="601" name="System Profiler trace" descr="QNX Momentics System Profiler summary of a 5 s kernel event trace: 79.2% idle, 0 of 1688 buffers dropped, per-process CPU table"/>
          <p:cNvPicPr>
            <a:picLocks noChangeAspect="1"/>
          </p:cNvPicPr>
          <p:nvPr/>
        </p:nvPicPr>
        <p:blipFill>
          <a:blip r:embed="rId2"/>
          <a:stretch>
            <a:fillRect/>
          </a:stretch>
        </p:blipFill>
        <p:spPr>
          <a:xfrm>
            <a:off x="-135446" y="1433540"/>
            <a:ext cx="5989320" cy="3311680"/>
          </a:xfrm>
          <a:prstGeom prst="rect">
            <a:avLst/>
          </a:prstGeom>
          <a:ln w="9525">
            <a:solidFill>
              <a:srgbClr val="B5AFA6"/>
            </a:solidFill>
          </a:ln>
        </p:spPr>
      </p:pic>
      <p:sp>
        <p:nvSpPr>
          <p:cNvPr id="602" name="Caption"/>
          <p:cNvSpPr txBox="1"/>
          <p:nvPr/>
        </p:nvSpPr>
        <p:spPr>
          <a:xfrm>
            <a:off x="621792" y="4774720"/>
            <a:ext cx="5989320" cy="274320"/>
          </a:xfrm>
          <a:prstGeom prst="roundRect">
            <a:avLst>
              <a:gd name="adj" fmla="val 10000"/>
            </a:avLst>
          </a:prstGeom>
          <a:noFill/>
          <a:ln>
            <a:noFill/>
          </a:ln>
        </p:spPr>
        <p:txBody>
          <a:bodyPr wrap="square" lIns="0" tIns="0" rIns="0" bIns="0" rtlCol="0" anchor="t">
            <a:noAutofit/>
          </a:bodyPr>
          <a:lstStyle/>
          <a:p>
            <a:pPr>
              <a:spcBef>
                <a:spcPts val="0"/>
              </a:spcBef>
              <a:spcAft>
                <a:spcPts val="0"/>
              </a:spcAft>
              <a:buNone/>
            </a:pPr>
            <a:r>
              <a:rPr lang="en-US" sz="1000" i="1" dirty="0">
                <a:solidFill>
                  <a:srgbClr val="5E5D5A"/>
                </a:solidFill>
              </a:rPr>
              <a:t>Momentics System Profiler: 5 s kernel event trace on the Pi, all five processes running</a:t>
            </a:r>
          </a:p>
        </p:txBody>
      </p:sp>
      <p:sp>
        <p:nvSpPr>
          <p:cNvPr id="603" name="Stat 0"/>
          <p:cNvSpPr/>
          <p:nvPr/>
        </p:nvSpPr>
        <p:spPr>
          <a:xfrm>
            <a:off x="6812280" y="1417320"/>
            <a:ext cx="2322576" cy="1030741"/>
          </a:xfrm>
          <a:prstGeom prst="roundRect">
            <a:avLst>
              <a:gd name="adj" fmla="val 10000"/>
            </a:avLst>
          </a:prstGeom>
          <a:solidFill>
            <a:srgbClr val="F4EBE1"/>
          </a:solidFill>
          <a:ln>
            <a:noFill/>
          </a:ln>
        </p:spPr>
        <p:txBody>
          <a:bodyPr wrap="square" lIns="109728" tIns="109728" rIns="109728" bIns="109728" rtlCol="0" anchor="ctr">
            <a:noAutofit/>
          </a:bodyPr>
          <a:lstStyle/>
          <a:p>
            <a:pPr>
              <a:spcBef>
                <a:spcPts val="0"/>
              </a:spcBef>
              <a:spcAft>
                <a:spcPts val="50"/>
              </a:spcAft>
              <a:buNone/>
            </a:pPr>
            <a:r>
              <a:rPr lang="en-US" sz="2200" b="1" dirty="0">
                <a:solidFill>
                  <a:srgbClr val="FF443A"/>
                </a:solidFill>
              </a:rPr>
              <a:t>0</a:t>
            </a:r>
          </a:p>
          <a:p>
            <a:pPr>
              <a:spcBef>
                <a:spcPts val="0"/>
              </a:spcBef>
              <a:spcAft>
                <a:spcPts val="0"/>
              </a:spcAft>
              <a:buNone/>
            </a:pPr>
            <a:r>
              <a:rPr lang="en-US" sz="1100" b="1" dirty="0">
                <a:solidFill>
                  <a:srgbClr val="181C1E"/>
                </a:solidFill>
              </a:rPr>
              <a:t>deadline misses</a:t>
            </a:r>
          </a:p>
          <a:p>
            <a:pPr>
              <a:spcBef>
                <a:spcPts val="0"/>
              </a:spcBef>
              <a:spcAft>
                <a:spcPts val="0"/>
              </a:spcAft>
              <a:buNone/>
            </a:pPr>
            <a:r>
              <a:rPr lang="en-US" sz="1000" dirty="0">
                <a:solidFill>
                  <a:srgbClr val="5E5D5A"/>
                </a:solidFill>
              </a:rPr>
              <a:t>14 300+ fusion cycles</a:t>
            </a:r>
          </a:p>
        </p:txBody>
      </p:sp>
      <p:sp>
        <p:nvSpPr>
          <p:cNvPr id="604" name="Stat 1"/>
          <p:cNvSpPr/>
          <p:nvPr/>
        </p:nvSpPr>
        <p:spPr>
          <a:xfrm>
            <a:off x="9244584" y="1417320"/>
            <a:ext cx="2322576" cy="1030741"/>
          </a:xfrm>
          <a:prstGeom prst="roundRect">
            <a:avLst>
              <a:gd name="adj" fmla="val 10000"/>
            </a:avLst>
          </a:prstGeom>
          <a:solidFill>
            <a:srgbClr val="F4EBE1"/>
          </a:solidFill>
          <a:ln>
            <a:noFill/>
          </a:ln>
        </p:spPr>
        <p:txBody>
          <a:bodyPr wrap="square" lIns="109728" tIns="109728" rIns="109728" bIns="109728" rtlCol="0" anchor="ctr">
            <a:noAutofit/>
          </a:bodyPr>
          <a:lstStyle/>
          <a:p>
            <a:pPr>
              <a:spcBef>
                <a:spcPts val="0"/>
              </a:spcBef>
              <a:spcAft>
                <a:spcPts val="50"/>
              </a:spcAft>
              <a:buNone/>
            </a:pPr>
            <a:r>
              <a:rPr lang="en-US" sz="2200" b="1" dirty="0">
                <a:solidFill>
                  <a:srgbClr val="FF443A"/>
                </a:solidFill>
              </a:rPr>
              <a:t>501 µs</a:t>
            </a:r>
          </a:p>
          <a:p>
            <a:pPr>
              <a:spcBef>
                <a:spcPts val="0"/>
              </a:spcBef>
              <a:spcAft>
                <a:spcPts val="0"/>
              </a:spcAft>
              <a:buNone/>
            </a:pPr>
            <a:r>
              <a:rPr lang="en-US" sz="1100" b="1" dirty="0">
                <a:solidFill>
                  <a:srgbClr val="181C1E"/>
                </a:solidFill>
              </a:rPr>
              <a:t>worst response</a:t>
            </a:r>
          </a:p>
          <a:p>
            <a:pPr>
              <a:spcBef>
                <a:spcPts val="0"/>
              </a:spcBef>
              <a:spcAft>
                <a:spcPts val="0"/>
              </a:spcAft>
              <a:buNone/>
            </a:pPr>
            <a:r>
              <a:rPr lang="en-US" sz="1000" dirty="0">
                <a:solidFill>
                  <a:srgbClr val="5E5D5A"/>
                </a:solidFill>
              </a:rPr>
              <a:t>of 20 ms (traced run)</a:t>
            </a:r>
          </a:p>
        </p:txBody>
      </p:sp>
      <p:sp>
        <p:nvSpPr>
          <p:cNvPr id="605" name="Stat 2"/>
          <p:cNvSpPr/>
          <p:nvPr/>
        </p:nvSpPr>
        <p:spPr>
          <a:xfrm>
            <a:off x="6812280" y="2557789"/>
            <a:ext cx="2322576" cy="1030741"/>
          </a:xfrm>
          <a:prstGeom prst="roundRect">
            <a:avLst>
              <a:gd name="adj" fmla="val 10000"/>
            </a:avLst>
          </a:prstGeom>
          <a:solidFill>
            <a:srgbClr val="F4EBE1"/>
          </a:solidFill>
          <a:ln>
            <a:noFill/>
          </a:ln>
        </p:spPr>
        <p:txBody>
          <a:bodyPr wrap="square" lIns="109728" tIns="109728" rIns="109728" bIns="109728" rtlCol="0" anchor="ctr">
            <a:noAutofit/>
          </a:bodyPr>
          <a:lstStyle/>
          <a:p>
            <a:pPr>
              <a:spcBef>
                <a:spcPts val="0"/>
              </a:spcBef>
              <a:spcAft>
                <a:spcPts val="50"/>
              </a:spcAft>
              <a:buNone/>
            </a:pPr>
            <a:r>
              <a:rPr lang="en-US" sz="2200" b="1" dirty="0">
                <a:solidFill>
                  <a:srgbClr val="FF443A"/>
                </a:solidFill>
              </a:rPr>
              <a:t>79 %</a:t>
            </a:r>
          </a:p>
          <a:p>
            <a:pPr>
              <a:spcBef>
                <a:spcPts val="0"/>
              </a:spcBef>
              <a:spcAft>
                <a:spcPts val="0"/>
              </a:spcAft>
              <a:buNone/>
            </a:pPr>
            <a:r>
              <a:rPr lang="en-US" sz="1100" b="1" dirty="0">
                <a:solidFill>
                  <a:srgbClr val="181C1E"/>
                </a:solidFill>
              </a:rPr>
              <a:t>CPU idle, 4 cores</a:t>
            </a:r>
          </a:p>
          <a:p>
            <a:pPr>
              <a:spcBef>
                <a:spcPts val="0"/>
              </a:spcBef>
              <a:spcAft>
                <a:spcPts val="0"/>
              </a:spcAft>
              <a:buNone/>
            </a:pPr>
            <a:r>
              <a:rPr lang="en-US" sz="1000" dirty="0">
                <a:solidFill>
                  <a:srgbClr val="5E5D5A"/>
                </a:solidFill>
              </a:rPr>
              <a:t>0 of 1688 buffers dropped</a:t>
            </a:r>
          </a:p>
        </p:txBody>
      </p:sp>
      <p:sp>
        <p:nvSpPr>
          <p:cNvPr id="606" name="Stat 3"/>
          <p:cNvSpPr/>
          <p:nvPr/>
        </p:nvSpPr>
        <p:spPr>
          <a:xfrm>
            <a:off x="9244584" y="2557789"/>
            <a:ext cx="2322576" cy="1030741"/>
          </a:xfrm>
          <a:prstGeom prst="roundRect">
            <a:avLst>
              <a:gd name="adj" fmla="val 10000"/>
            </a:avLst>
          </a:prstGeom>
          <a:solidFill>
            <a:srgbClr val="F4EBE1"/>
          </a:solidFill>
          <a:ln>
            <a:noFill/>
          </a:ln>
        </p:spPr>
        <p:txBody>
          <a:bodyPr wrap="square" lIns="109728" tIns="109728" rIns="109728" bIns="109728" rtlCol="0" anchor="ctr">
            <a:noAutofit/>
          </a:bodyPr>
          <a:lstStyle/>
          <a:p>
            <a:pPr>
              <a:spcBef>
                <a:spcPts val="0"/>
              </a:spcBef>
              <a:spcAft>
                <a:spcPts val="50"/>
              </a:spcAft>
              <a:buNone/>
            </a:pPr>
            <a:r>
              <a:rPr lang="en-US" sz="2200" b="1" dirty="0">
                <a:solidFill>
                  <a:srgbClr val="FF443A"/>
                </a:solidFill>
              </a:rPr>
              <a:t>5.3 %</a:t>
            </a:r>
          </a:p>
          <a:p>
            <a:pPr>
              <a:spcBef>
                <a:spcPts val="0"/>
              </a:spcBef>
              <a:spcAft>
                <a:spcPts val="0"/>
              </a:spcAft>
              <a:buNone/>
            </a:pPr>
            <a:r>
              <a:rPr lang="en-US" sz="1100" b="1" dirty="0">
                <a:solidFill>
                  <a:srgbClr val="181C1E"/>
                </a:solidFill>
              </a:rPr>
              <a:t>camera CPU, 1 core</a:t>
            </a:r>
          </a:p>
          <a:p>
            <a:pPr>
              <a:spcBef>
                <a:spcPts val="0"/>
              </a:spcBef>
              <a:spcAft>
                <a:spcPts val="0"/>
              </a:spcAft>
              <a:buNone/>
            </a:pPr>
            <a:r>
              <a:rPr lang="en-US" sz="1000" dirty="0">
                <a:solidFill>
                  <a:srgbClr val="5E5D5A"/>
                </a:solidFill>
              </a:rPr>
              <a:t>ultrasonic only 2.4 %</a:t>
            </a:r>
          </a:p>
        </p:txBody>
      </p:sp>
      <p:sp>
        <p:nvSpPr>
          <p:cNvPr id="607" name="Stat 4"/>
          <p:cNvSpPr/>
          <p:nvPr/>
        </p:nvSpPr>
        <p:spPr>
          <a:xfrm>
            <a:off x="6812280" y="3698259"/>
            <a:ext cx="2322576" cy="1030741"/>
          </a:xfrm>
          <a:prstGeom prst="roundRect">
            <a:avLst>
              <a:gd name="adj" fmla="val 10000"/>
            </a:avLst>
          </a:prstGeom>
          <a:solidFill>
            <a:srgbClr val="F4EBE1"/>
          </a:solidFill>
          <a:ln>
            <a:noFill/>
          </a:ln>
        </p:spPr>
        <p:txBody>
          <a:bodyPr wrap="square" lIns="109728" tIns="109728" rIns="109728" bIns="109728" rtlCol="0" anchor="ctr">
            <a:noAutofit/>
          </a:bodyPr>
          <a:lstStyle/>
          <a:p>
            <a:pPr>
              <a:spcBef>
                <a:spcPts val="0"/>
              </a:spcBef>
              <a:spcAft>
                <a:spcPts val="50"/>
              </a:spcAft>
              <a:buNone/>
            </a:pPr>
            <a:r>
              <a:rPr lang="en-US" sz="2200" b="1" dirty="0">
                <a:solidFill>
                  <a:srgbClr val="FF443A"/>
                </a:solidFill>
              </a:rPr>
              <a:t>7–20 µs</a:t>
            </a:r>
          </a:p>
          <a:p>
            <a:pPr>
              <a:spcBef>
                <a:spcPts val="0"/>
              </a:spcBef>
              <a:spcAft>
                <a:spcPts val="0"/>
              </a:spcAft>
              <a:buNone/>
            </a:pPr>
            <a:r>
              <a:rPr lang="en-US" sz="1100" b="1" dirty="0">
                <a:solidFill>
                  <a:srgbClr val="181C1E"/>
                </a:solidFill>
              </a:rPr>
              <a:t>IPC latency</a:t>
            </a:r>
          </a:p>
          <a:p>
            <a:pPr>
              <a:spcBef>
                <a:spcPts val="0"/>
              </a:spcBef>
              <a:spcAft>
                <a:spcPts val="0"/>
              </a:spcAft>
              <a:buNone/>
            </a:pPr>
            <a:r>
              <a:rPr lang="en-US" sz="1000" dirty="0">
                <a:solidFill>
                  <a:srgbClr val="5E5D5A"/>
                </a:solidFill>
              </a:rPr>
              <a:t>sensor → fusion</a:t>
            </a:r>
          </a:p>
        </p:txBody>
      </p:sp>
      <p:sp>
        <p:nvSpPr>
          <p:cNvPr id="608" name="Stat 5"/>
          <p:cNvSpPr/>
          <p:nvPr/>
        </p:nvSpPr>
        <p:spPr>
          <a:xfrm>
            <a:off x="9244584" y="3698259"/>
            <a:ext cx="2322576" cy="1030741"/>
          </a:xfrm>
          <a:prstGeom prst="roundRect">
            <a:avLst>
              <a:gd name="adj" fmla="val 10000"/>
            </a:avLst>
          </a:prstGeom>
          <a:solidFill>
            <a:srgbClr val="F4EBE1"/>
          </a:solidFill>
          <a:ln>
            <a:noFill/>
          </a:ln>
        </p:spPr>
        <p:txBody>
          <a:bodyPr wrap="square" lIns="109728" tIns="109728" rIns="109728" bIns="109728" rtlCol="0" anchor="ctr">
            <a:noAutofit/>
          </a:bodyPr>
          <a:lstStyle/>
          <a:p>
            <a:pPr>
              <a:spcBef>
                <a:spcPts val="0"/>
              </a:spcBef>
              <a:spcAft>
                <a:spcPts val="50"/>
              </a:spcAft>
              <a:buNone/>
            </a:pPr>
            <a:r>
              <a:rPr lang="en-US" sz="2200" b="1" dirty="0">
                <a:solidFill>
                  <a:srgbClr val="FF443A"/>
                </a:solidFill>
              </a:rPr>
              <a:t>33–75 µs</a:t>
            </a:r>
          </a:p>
          <a:p>
            <a:pPr>
              <a:spcBef>
                <a:spcPts val="0"/>
              </a:spcBef>
              <a:spcAft>
                <a:spcPts val="0"/>
              </a:spcAft>
              <a:buNone/>
            </a:pPr>
            <a:r>
              <a:rPr lang="en-US" sz="1100" b="1" dirty="0">
                <a:solidFill>
                  <a:srgbClr val="181C1E"/>
                </a:solidFill>
              </a:rPr>
              <a:t>CPU per ping</a:t>
            </a:r>
          </a:p>
          <a:p>
            <a:pPr>
              <a:spcBef>
                <a:spcPts val="0"/>
              </a:spcBef>
              <a:spcAft>
                <a:spcPts val="0"/>
              </a:spcAft>
              <a:buNone/>
            </a:pPr>
            <a:r>
              <a:rPr lang="en-US" sz="1000" dirty="0">
                <a:solidFill>
                  <a:srgbClr val="5E5D5A"/>
                </a:solidFill>
              </a:rPr>
              <a:t>GPIO interrupt mode</a:t>
            </a:r>
          </a:p>
        </p:txBody>
      </p:sp>
      <p:sp>
        <p:nvSpPr>
          <p:cNvPr id="609" name="Analysis"/>
          <p:cNvSpPr txBox="1"/>
          <p:nvPr/>
        </p:nvSpPr>
        <p:spPr>
          <a:xfrm>
            <a:off x="621792" y="5186200"/>
            <a:ext cx="10945368" cy="457200"/>
          </a:xfrm>
          <a:prstGeom prst="roundRect">
            <a:avLst>
              <a:gd name="adj" fmla="val 10000"/>
            </a:avLst>
          </a:prstGeom>
          <a:noFill/>
          <a:ln>
            <a:noFill/>
          </a:ln>
        </p:spPr>
        <p:txBody>
          <a:bodyPr wrap="square" lIns="0" tIns="0" rIns="0" bIns="0" rtlCol="0" anchor="t">
            <a:noAutofit/>
          </a:bodyPr>
          <a:lstStyle/>
          <a:p>
            <a:pPr>
              <a:spcBef>
                <a:spcPts val="0"/>
              </a:spcBef>
              <a:spcAft>
                <a:spcPts val="0"/>
              </a:spcAft>
              <a:buNone/>
            </a:pPr>
            <a:r>
              <a:rPr lang="en-US" sz="1250" b="1" dirty="0"/>
              <a:t>Analysis: </a:t>
            </a:r>
            <a:r>
              <a:rPr lang="en-US" sz="1250" dirty="0"/>
              <a:t>the timer, not the load, sets the decision rate. Our five processes together use a few percent of one core; most kernel time in the trace is the tracing itself plus the display (weston) and camera (sensor) services.</a:t>
            </a:r>
          </a:p>
        </p:txBody>
      </p:sp>
    </p:spTree>
    <p:extLst>
      <p:ext uri="{BB962C8B-B14F-4D97-AF65-F5344CB8AC3E}">
        <p14:creationId xmlns:p14="http://schemas.microsoft.com/office/powerpoint/2010/main" val="4182064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2E4B-7197-3A3C-E03F-66700509570B}"/>
            </a:ext>
          </a:extLst>
        </p:cNvPr>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8AC11669-91EA-0309-B693-5A9D14B31209}"/>
              </a:ext>
              <a:ext uri="{C183D7F6-B498-43B3-948B-1728B52AA6E4}">
                <adec:decorative xmlns:adec="http://schemas.microsoft.com/office/drawing/2017/decorative" val="1"/>
              </a:ext>
            </a:extLst>
          </p:cNvPr>
          <p:cNvSpPr>
            <a:spLocks noGrp="1"/>
          </p:cNvSpPr>
          <p:nvPr>
            <p:ph type="ftr" sz="quarter" idx="11"/>
          </p:nvPr>
        </p:nvSpPr>
        <p:spPr bwMode="gray">
          <a:xfrm>
            <a:off x="623872" y="6525360"/>
            <a:ext cx="5184000" cy="144000"/>
          </a:xfrm>
        </p:spPr>
        <p:txBody>
          <a:bodyPr/>
          <a:lstStyle/>
          <a:p>
            <a:r>
              <a:rPr lang="en-GB"/>
              <a:t>CONFIDENTIAL – SHARED UNDER NDA. DO NOT FORWARD.</a:t>
            </a:r>
          </a:p>
        </p:txBody>
      </p:sp>
      <p:sp>
        <p:nvSpPr>
          <p:cNvPr id="6" name="Titel 5">
            <a:extLst>
              <a:ext uri="{FF2B5EF4-FFF2-40B4-BE49-F238E27FC236}">
                <a16:creationId xmlns:a16="http://schemas.microsoft.com/office/drawing/2014/main" id="{DE560B0F-5E1F-099E-862A-D3AB54637B2A}"/>
              </a:ext>
            </a:extLst>
          </p:cNvPr>
          <p:cNvSpPr>
            <a:spLocks noGrp="1"/>
          </p:cNvSpPr>
          <p:nvPr>
            <p:ph type="title"/>
          </p:nvPr>
        </p:nvSpPr>
        <p:spPr bwMode="gray">
          <a:xfrm>
            <a:off x="623888" y="620687"/>
            <a:ext cx="10944224" cy="504000"/>
          </a:xfrm>
        </p:spPr>
        <p:txBody>
          <a:bodyPr/>
          <a:lstStyle/>
          <a:p>
            <a:r>
              <a:rPr lang="en-US" dirty="0"/>
              <a:t>Future Scalability &amp; Conclusion</a:t>
            </a:r>
          </a:p>
        </p:txBody>
      </p:sp>
      <p:sp>
        <p:nvSpPr>
          <p:cNvPr id="5" name="Textplatzhalter 4">
            <a:extLst>
              <a:ext uri="{FF2B5EF4-FFF2-40B4-BE49-F238E27FC236}">
                <a16:creationId xmlns:a16="http://schemas.microsoft.com/office/drawing/2014/main" id="{E5EA6187-0A8F-3277-8574-1CD3CFA4A1A2}"/>
              </a:ext>
              <a:ext uri="{C183D7F6-B498-43B3-948B-1728B52AA6E4}">
                <adec:decorative xmlns:adec="http://schemas.microsoft.com/office/drawing/2017/decorative" val="1"/>
              </a:ext>
            </a:extLst>
          </p:cNvPr>
          <p:cNvSpPr>
            <a:spLocks noGrp="1"/>
          </p:cNvSpPr>
          <p:nvPr>
            <p:ph type="subTitle" idx="16"/>
          </p:nvPr>
        </p:nvSpPr>
        <p:spPr bwMode="gray">
          <a:xfrm>
            <a:off x="623888" y="298800"/>
            <a:ext cx="5184000" cy="144000"/>
          </a:xfrm>
        </p:spPr>
        <p:txBody>
          <a:bodyPr/>
          <a:lstStyle/>
          <a:p>
            <a:r>
              <a:rPr lang="en-US"/>
              <a:t>Demonstration</a:t>
            </a:r>
          </a:p>
        </p:txBody>
      </p:sp>
      <p:sp>
        <p:nvSpPr>
          <p:cNvPr id="701" name="Towards automotive grade"/>
          <p:cNvSpPr/>
          <p:nvPr/>
        </p:nvSpPr>
        <p:spPr>
          <a:xfrm>
            <a:off x="621792" y="1600200"/>
            <a:ext cx="5413248" cy="2926080"/>
          </a:xfrm>
          <a:prstGeom prst="roundRect">
            <a:avLst>
              <a:gd name="adj" fmla="val 10000"/>
            </a:avLst>
          </a:prstGeom>
          <a:solidFill>
            <a:srgbClr val="F3F1EE"/>
          </a:solidFill>
          <a:ln>
            <a:noFill/>
          </a:ln>
        </p:spPr>
        <p:txBody>
          <a:bodyPr wrap="square" lIns="228600" tIns="228600" rIns="228600" bIns="228600" rtlCol="0" anchor="t">
            <a:noAutofit/>
          </a:bodyPr>
          <a:lstStyle/>
          <a:p>
            <a:pPr>
              <a:spcBef>
                <a:spcPts val="0"/>
              </a:spcBef>
              <a:spcAft>
                <a:spcPts val="600"/>
              </a:spcAft>
              <a:buNone/>
            </a:pPr>
            <a:r>
              <a:rPr lang="en-US" sz="1600" b="1" dirty="0">
                <a:solidFill>
                  <a:srgbClr val="FF443A"/>
                </a:solidFill>
              </a:rPr>
              <a:t>Towards automotive grade</a:t>
            </a:r>
          </a:p>
          <a:p>
            <a:pPr marL="228600" indent="-228600">
              <a:spcBef>
                <a:spcPts val="0"/>
              </a:spcBef>
              <a:spcAft>
                <a:spcPts val="500"/>
              </a:spcAft>
              <a:buFont typeface="Arial"/>
              <a:buChar char="•"/>
            </a:pPr>
            <a:r>
              <a:rPr lang="en-US" sz="1300" dirty="0"/>
              <a:t>QNX HAM to restart failed sensor nodes automatically</a:t>
            </a:r>
          </a:p>
          <a:p>
            <a:pPr marL="228600" indent="-228600">
              <a:spcBef>
                <a:spcPts val="0"/>
              </a:spcBef>
              <a:spcAft>
                <a:spcPts val="500"/>
              </a:spcAft>
              <a:buFont typeface="Arial"/>
              <a:buChar char="•"/>
            </a:pPr>
            <a:r>
              <a:rPr lang="en-US" sz="1300" dirty="0"/>
              <a:t>CPU sets / runmask and adaptive partitioning to fence the safety loop</a:t>
            </a:r>
          </a:p>
          <a:p>
            <a:pPr marL="228600" indent="-228600">
              <a:spcBef>
                <a:spcPts val="0"/>
              </a:spcBef>
              <a:spcAft>
                <a:spcPts val="500"/>
              </a:spcAft>
              <a:buFont typeface="Arial"/>
              <a:buChar char="•"/>
            </a:pPr>
            <a:r>
              <a:rPr lang="en-US" sz="1300" dirty="0"/>
              <a:t>CAN-FD output from fusion to a brake ECU</a:t>
            </a:r>
          </a:p>
          <a:p>
            <a:pPr marL="228600" indent="-228600">
              <a:spcBef>
                <a:spcPts val="0"/>
              </a:spcBef>
              <a:spcAft>
                <a:spcPts val="500"/>
              </a:spcAft>
              <a:buFont typeface="Arial"/>
              <a:buChar char="•"/>
            </a:pPr>
            <a:r>
              <a:rPr lang="en-US" sz="1300" dirty="0"/>
              <a:t>Neural object detection (TensorFlow Lite) as one more camera process</a:t>
            </a:r>
          </a:p>
        </p:txBody>
      </p:sp>
      <p:sp>
        <p:nvSpPr>
          <p:cNvPr id="702" name="Learning outcome"/>
          <p:cNvSpPr/>
          <p:nvPr/>
        </p:nvSpPr>
        <p:spPr>
          <a:xfrm>
            <a:off x="6153912" y="1600200"/>
            <a:ext cx="5413248" cy="2926080"/>
          </a:xfrm>
          <a:prstGeom prst="roundRect">
            <a:avLst>
              <a:gd name="adj" fmla="val 10000"/>
            </a:avLst>
          </a:prstGeom>
          <a:solidFill>
            <a:srgbClr val="F3F1EE"/>
          </a:solidFill>
          <a:ln>
            <a:noFill/>
          </a:ln>
        </p:spPr>
        <p:txBody>
          <a:bodyPr wrap="square" lIns="228600" tIns="228600" rIns="228600" bIns="228600" rtlCol="0" anchor="t">
            <a:noAutofit/>
          </a:bodyPr>
          <a:lstStyle/>
          <a:p>
            <a:pPr>
              <a:spcBef>
                <a:spcPts val="0"/>
              </a:spcBef>
              <a:spcAft>
                <a:spcPts val="600"/>
              </a:spcAft>
              <a:buNone/>
            </a:pPr>
            <a:r>
              <a:rPr lang="en-US" sz="1600" b="1" dirty="0">
                <a:solidFill>
                  <a:srgbClr val="FF443A"/>
                </a:solidFill>
              </a:rPr>
              <a:t>Learning outcome</a:t>
            </a:r>
          </a:p>
          <a:p>
            <a:pPr marL="228600" indent="-228600">
              <a:spcBef>
                <a:spcPts val="0"/>
              </a:spcBef>
              <a:spcAft>
                <a:spcPts val="500"/>
              </a:spcAft>
              <a:buFont typeface="Arial"/>
              <a:buChar char="•"/>
            </a:pPr>
            <a:r>
              <a:rPr lang="en-US" sz="1300" dirty="0"/>
              <a:t>Getting honest timestamps: FIFO position for the IMU, echo midpoint for the ultrasonic, capture time for the camera</a:t>
            </a:r>
          </a:p>
          <a:p>
            <a:pPr marL="228600" indent="-228600">
              <a:spcBef>
                <a:spcPts val="0"/>
              </a:spcBef>
              <a:spcAft>
                <a:spcPts val="500"/>
              </a:spcAft>
              <a:buFont typeface="Arial"/>
              <a:buChar char="•"/>
            </a:pPr>
            <a:r>
              <a:rPr lang="en-US" sz="1300" dirty="0"/>
              <a:t>Three very different paths (I2C driver, raw GPIO + IRQ, Sensor Framework) sharing one clock</a:t>
            </a:r>
          </a:p>
          <a:p>
            <a:pPr marL="228600" indent="-228600">
              <a:spcBef>
                <a:spcPts val="0"/>
              </a:spcBef>
              <a:spcAft>
                <a:spcPts val="500"/>
              </a:spcAft>
              <a:buFont typeface="Arial"/>
              <a:buChar char="•"/>
            </a:pPr>
            <a:r>
              <a:rPr lang="en-US" sz="1300" dirty="0"/>
              <a:t>Designing for failure first: what fusion does when a sensor dies</a:t>
            </a:r>
          </a:p>
        </p:txBody>
      </p:sp>
      <p:sp>
        <p:nvSpPr>
          <p:cNvPr id="703" name="Closing"/>
          <p:cNvSpPr/>
          <p:nvPr/>
        </p:nvSpPr>
        <p:spPr>
          <a:xfrm>
            <a:off x="621792" y="4709160"/>
            <a:ext cx="10945368" cy="1188720"/>
          </a:xfrm>
          <a:prstGeom prst="roundRect">
            <a:avLst>
              <a:gd name="adj" fmla="val 10000"/>
            </a:avLst>
          </a:prstGeom>
          <a:solidFill>
            <a:srgbClr val="181C1E"/>
          </a:solidFill>
          <a:ln>
            <a:noFill/>
          </a:ln>
        </p:spPr>
        <p:txBody>
          <a:bodyPr wrap="square" lIns="228600" tIns="228600" rIns="228600" bIns="228600" rtlCol="0" anchor="ctr">
            <a:noAutofit/>
          </a:bodyPr>
          <a:lstStyle/>
          <a:p>
            <a:pPr algn="ctr">
              <a:spcBef>
                <a:spcPts val="0"/>
              </a:spcBef>
              <a:spcAft>
                <a:spcPts val="0"/>
              </a:spcAft>
              <a:buNone/>
            </a:pPr>
            <a:r>
              <a:rPr lang="en-US" sz="2000" b="1" dirty="0">
                <a:solidFill>
                  <a:srgbClr val="FFFFFF"/>
                </a:solidFill>
              </a:rPr>
              <a:t>A collision decision every 20 ms, guaranteed by the RTOS, </a:t>
            </a:r>
            <a:r>
              <a:rPr lang="en-US" sz="2000" b="1" dirty="0">
                <a:solidFill>
                  <a:srgbClr val="FF443A"/>
                </a:solidFill>
              </a:rPr>
              <a:t>that keeps deciding when a sensor dies.</a:t>
            </a:r>
          </a:p>
        </p:txBody>
      </p:sp>
    </p:spTree>
    <p:extLst>
      <p:ext uri="{BB962C8B-B14F-4D97-AF65-F5344CB8AC3E}">
        <p14:creationId xmlns:p14="http://schemas.microsoft.com/office/powerpoint/2010/main" val="3450838069"/>
      </p:ext>
    </p:extLst>
  </p:cSld>
  <p:clrMapOvr>
    <a:masterClrMapping/>
  </p:clrMapOvr>
</p:sld>
</file>

<file path=ppt/theme/theme1.xml><?xml version="1.0" encoding="utf-8"?>
<a:theme xmlns:a="http://schemas.openxmlformats.org/drawingml/2006/main" name="QNX | Light">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dirty="0" smtClean="0"/>
        </a:defPPr>
      </a:lstStyle>
    </a:txDef>
  </a:objectDefaults>
  <a:extraClrSchemeLst/>
  <a:custClrLst>
    <a:custClr name="Sand">
      <a:srgbClr val="F4EBE1"/>
    </a:custClr>
    <a:custClr name="Light Sand">
      <a:srgbClr val="FBF8F4"/>
    </a:custClr>
    <a:custClr name="-">
      <a:srgbClr val="FFFFFF"/>
    </a:custClr>
    <a:custClr name="Gray 1">
      <a:srgbClr val="C0C0BB"/>
    </a:custClr>
    <a:custClr name="Gray 2">
      <a:srgbClr val="8F8F8B"/>
    </a:custClr>
    <a:custClr name="Gray 3">
      <a:srgbClr val="5E5D5A"/>
    </a:custClr>
    <a:custClr name="-">
      <a:srgbClr val="FFFFFF"/>
    </a:custClr>
    <a:custClr name="Energizer Purple">
      <a:srgbClr val="8C62FF"/>
    </a:custClr>
    <a:custClr name="-">
      <a:srgbClr val="FFFFFF"/>
    </a:custClr>
    <a:custClr name="-">
      <a:srgbClr val="FFFFFF"/>
    </a:custClr>
    <a:custClr name="Sand - Dark">
      <a:srgbClr val="232729"/>
    </a:custClr>
    <a:custClr name="Light Sand - Dark">
      <a:srgbClr val="2C3032"/>
    </a:custClr>
    <a:custClr name="-">
      <a:srgbClr val="FFFFFF"/>
    </a:custClr>
    <a:custClr name="Light Coral 1">
      <a:srgbClr val="FEDBD0"/>
    </a:custClr>
    <a:custClr name="Light Coral 2">
      <a:srgbClr val="FFB29D"/>
    </a:custClr>
    <a:custClr name="Light Coral 3">
      <a:srgbClr val="FF806B"/>
    </a:custClr>
    <a:custClr name="-">
      <a:srgbClr val="FFFFFF"/>
    </a:custClr>
    <a:custClr name="Status Red - Loss">
      <a:srgbClr val="E4203C"/>
    </a:custClr>
    <a:custClr name="Status Orange - Neutral">
      <a:srgbClr val="FFBE5B"/>
    </a:custClr>
    <a:custClr name="Status Green - Gain">
      <a:srgbClr val="06CA5F"/>
    </a:custClr>
  </a:custClrLst>
  <a:extLst>
    <a:ext uri="{05A4C25C-085E-4340-85A3-A5531E510DB2}">
      <thm15:themeFamily xmlns:thm15="http://schemas.microsoft.com/office/thememl/2012/main" name="K16_QNX_PPT_Master_2026_V03.potx" id="{00A498C5-A42D-4DFA-95B8-06777FDB4777}" vid="{191C710F-D422-4B8C-9A81-2A40F20F48DE}"/>
    </a:ext>
  </a:extLst>
</a:theme>
</file>

<file path=ppt/theme/theme2.xml><?xml version="1.0" encoding="utf-8"?>
<a:theme xmlns:a="http://schemas.openxmlformats.org/drawingml/2006/main" name="QNX | Dark">
  <a:themeElements>
    <a:clrScheme name="QNX Dark">
      <a:dk1>
        <a:srgbClr val="FFFFFF"/>
      </a:dk1>
      <a:lt1>
        <a:srgbClr val="181C1E"/>
      </a:lt1>
      <a:dk2>
        <a:srgbClr val="232729"/>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defRPr dirty="0" smtClean="0"/>
        </a:defPPr>
      </a:lstStyle>
    </a:txDef>
  </a:objectDefaults>
  <a:extraClrSchemeLst/>
  <a:custClrLst>
    <a:custClr name="Sand">
      <a:srgbClr val="F4EBE1"/>
    </a:custClr>
    <a:custClr name="Light Sand">
      <a:srgbClr val="FBF8F4"/>
    </a:custClr>
    <a:custClr name="-">
      <a:srgbClr val="FFFFFF"/>
    </a:custClr>
    <a:custClr name="Gray 1">
      <a:srgbClr val="C0C0BB"/>
    </a:custClr>
    <a:custClr name="Gray 2">
      <a:srgbClr val="8F8F8B"/>
    </a:custClr>
    <a:custClr name="Gray 3">
      <a:srgbClr val="5E5D5A"/>
    </a:custClr>
    <a:custClr name="-">
      <a:srgbClr val="FFFFFF"/>
    </a:custClr>
    <a:custClr name="Energizer Purple">
      <a:srgbClr val="8C62FF"/>
    </a:custClr>
    <a:custClr name="-">
      <a:srgbClr val="FFFFFF"/>
    </a:custClr>
    <a:custClr name="-">
      <a:srgbClr val="FFFFFF"/>
    </a:custClr>
    <a:custClr name="Sand - Dark">
      <a:srgbClr val="232729"/>
    </a:custClr>
    <a:custClr name="Light Sand - Dark">
      <a:srgbClr val="2C3032"/>
    </a:custClr>
    <a:custClr name="-">
      <a:srgbClr val="FFFFFF"/>
    </a:custClr>
    <a:custClr name="Light Coral 1">
      <a:srgbClr val="FEDBD0"/>
    </a:custClr>
    <a:custClr name="Light Coral 2">
      <a:srgbClr val="FFB29D"/>
    </a:custClr>
    <a:custClr name="Light Coral 3">
      <a:srgbClr val="FF806B"/>
    </a:custClr>
    <a:custClr name="-">
      <a:srgbClr val="FFFFFF"/>
    </a:custClr>
    <a:custClr name="Status Red - Loss">
      <a:srgbClr val="E4203C"/>
    </a:custClr>
    <a:custClr name="Status Orange - Neutral">
      <a:srgbClr val="FFBE5B"/>
    </a:custClr>
    <a:custClr name="Status Green - Gain">
      <a:srgbClr val="06CA5F"/>
    </a:custClr>
  </a:custClrLst>
  <a:extLst>
    <a:ext uri="{05A4C25C-085E-4340-85A3-A5531E510DB2}">
      <thm15:themeFamily xmlns:thm15="http://schemas.microsoft.com/office/thememl/2012/main" name="K16_QNX_PPT_Master_2026_V03.potx" id="{00A498C5-A42D-4DFA-95B8-06777FDB4777}" vid="{0B09E0BA-3578-4178-9FA4-24CF5A7153F7}"/>
    </a:ext>
  </a:extLst>
</a:theme>
</file>

<file path=ppt/theme/theme3.xml><?xml version="1.0" encoding="utf-8"?>
<a:theme xmlns:a="http://schemas.openxmlformats.org/drawingml/2006/main" name="Office">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QNX Light">
      <a:dk1>
        <a:srgbClr val="181C1E"/>
      </a:dk1>
      <a:lt1>
        <a:srgbClr val="FFFFFF"/>
      </a:lt1>
      <a:dk2>
        <a:srgbClr val="F4EBE1"/>
      </a:dk2>
      <a:lt2>
        <a:srgbClr val="FF443A"/>
      </a:lt2>
      <a:accent1>
        <a:srgbClr val="FF443A"/>
      </a:accent1>
      <a:accent2>
        <a:srgbClr val="C45349"/>
      </a:accent2>
      <a:accent3>
        <a:srgbClr val="85352E"/>
      </a:accent3>
      <a:accent4>
        <a:srgbClr val="451713"/>
      </a:accent4>
      <a:accent5>
        <a:srgbClr val="5E5D5A"/>
      </a:accent5>
      <a:accent6>
        <a:srgbClr val="8F8F8B"/>
      </a:accent6>
      <a:hlink>
        <a:srgbClr val="FF443A"/>
      </a:hlink>
      <a:folHlink>
        <a:srgbClr val="C45349"/>
      </a:folHlink>
    </a:clrScheme>
    <a:fontScheme name="QNX">
      <a:majorFont>
        <a:latin typeface="Onest SemiBold"/>
        <a:ea typeface=""/>
        <a:cs typeface=""/>
      </a:majorFont>
      <a:minorFont>
        <a:latin typeface="Ones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B830FB1-BE23-4DBC-892A-18F31D49C6F1}">
  <we:reference id="wa200010001" version="1.0.0.1" store="en-US" storeType="OMEX"/>
  <we:alternateReferences>
    <we:reference id="WA200010001" version="1.0.0.1" store="WA200010001" storeType="OMEX"/>
  </we:alternateReferences>
  <we:properties>
    <we:property name="claude.fileId" value="&quot;a40b3d87-96df-4466-b439-44a04f6ec3f8&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FDC3388-3091-44CA-B01B-D304C9A8880B}">
  <we:reference id="WA200010725" version="1.0.0.1" store="Omex" storeType="OMEX"/>
  <we:alternateReferences>
    <we:reference id="WA200010725" version="1.0.0.1" store="WA200010725" storeType="OMEX"/>
  </we:alternateReferences>
  <we:properties>
    <we:property name="claude.fileId" value="&quot;c6777f82-9050-40d0-9088-d6364a5ad85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b5c48a3-1058-4d9c-8878-41c52406cd7e" xsi:nil="true"/>
    <lcf76f155ced4ddcb4097134ff3c332f xmlns="74d07cac-c1cc-4baf-be88-9058bb44268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815C3AF597C064C8EACF7750A706AA1" ma:contentTypeVersion="14" ma:contentTypeDescription="Create a new document." ma:contentTypeScope="" ma:versionID="cd31ca2f014878da71db5851bb8335d6">
  <xsd:schema xmlns:xsd="http://www.w3.org/2001/XMLSchema" xmlns:xs="http://www.w3.org/2001/XMLSchema" xmlns:p="http://schemas.microsoft.com/office/2006/metadata/properties" xmlns:ns2="74d07cac-c1cc-4baf-be88-9058bb44268e" xmlns:ns3="0b5c48a3-1058-4d9c-8878-41c52406cd7e" targetNamespace="http://schemas.microsoft.com/office/2006/metadata/properties" ma:root="true" ma:fieldsID="88b2ae059b7f33d05a05ea6f6b017691" ns2:_="" ns3:_="">
    <xsd:import namespace="74d07cac-c1cc-4baf-be88-9058bb44268e"/>
    <xsd:import namespace="0b5c48a3-1058-4d9c-8878-41c52406cd7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d07cac-c1cc-4baf-be88-9058bb4426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efbd4aa-c6d2-4b2d-b985-fe2a529cec1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5c48a3-1058-4d9c-8878-41c52406cd7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7d58ce0-b206-49ce-abeb-3aa62a3aba60}" ma:internalName="TaxCatchAll" ma:showField="CatchAllData" ma:web="0b5c48a3-1058-4d9c-8878-41c52406cd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BF049E-CC88-4DF7-A165-CA575467262C}">
  <ds:schemaRefs>
    <ds:schemaRef ds:uri="0b5c48a3-1058-4d9c-8878-41c52406cd7e"/>
    <ds:schemaRef ds:uri="74d07cac-c1cc-4baf-be88-9058bb44268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A1C58F7-F9BC-44EA-BC5B-345288656FBC}">
  <ds:schemaRefs>
    <ds:schemaRef ds:uri="http://schemas.microsoft.com/sharepoint/v3/contenttype/forms"/>
  </ds:schemaRefs>
</ds:datastoreItem>
</file>

<file path=customXml/itemProps3.xml><?xml version="1.0" encoding="utf-8"?>
<ds:datastoreItem xmlns:ds="http://schemas.openxmlformats.org/officeDocument/2006/customXml" ds:itemID="{1F71049C-BB68-45C5-8689-81436DCA4406}">
  <ds:schemaRefs>
    <ds:schemaRef ds:uri="0b5c48a3-1058-4d9c-8878-41c52406cd7e"/>
    <ds:schemaRef ds:uri="74d07cac-c1cc-4baf-be88-9058bb4426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K16_QNX_PPT_Master_2026_V03</Template>
  <TotalTime>224</TotalTime>
  <Words>1226</Words>
  <Application>Microsoft Office PowerPoint</Application>
  <PresentationFormat>Widescreen</PresentationFormat>
  <Paragraphs>158</Paragraphs>
  <Slides>7</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Arial</vt:lpstr>
      <vt:lpstr>Onest</vt:lpstr>
      <vt:lpstr>Onest Medium</vt:lpstr>
      <vt:lpstr>Onest SemiBold</vt:lpstr>
      <vt:lpstr>Symbol</vt:lpstr>
      <vt:lpstr>Times New Roman</vt:lpstr>
      <vt:lpstr>Wingdings</vt:lpstr>
      <vt:lpstr>QNX | Light</vt:lpstr>
      <vt:lpstr>QNX | Dark</vt:lpstr>
      <vt:lpstr>Advanced ADAS Sensor Fusion Controller</vt:lpstr>
      <vt:lpstr>Problem Synthesis &amp; Scenario</vt:lpstr>
      <vt:lpstr>QNX Architectural Approach</vt:lpstr>
      <vt:lpstr>Technical Execution (Hardware &amp; Logic)</vt:lpstr>
      <vt:lpstr>Resilience &amp; "The Hack" Response</vt:lpstr>
      <vt:lpstr>Performance Proof (The Profiler Slide)</vt:lpstr>
      <vt:lpstr>Future Scalability &amp; Conclusion</vt:lpstr>
    </vt:vector>
  </TitlesOfParts>
  <Company>BlackBerry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jharley@qnx.com</dc:creator>
  <dc:description>Optimized for MS Office 365</dc:description>
  <cp:lastModifiedBy>Soma Praneeth Kumar</cp:lastModifiedBy>
  <cp:revision>16</cp:revision>
  <dcterms:created xsi:type="dcterms:W3CDTF">2026-03-27T14:44:28Z</dcterms:created>
  <dcterms:modified xsi:type="dcterms:W3CDTF">2026-10-10T03:06:21Z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0x0101004815C3AF597C064C8EACF7750A706AA1</vt:lpwstr>
  </property>
  <property fmtid="{D5CDD505-2E9C-101B-9397-08002B2CF9AE}" pid="3" name="MediaServiceImageTags">
    <vt:lpwstr/>
  </property>
</Properties>
</file>